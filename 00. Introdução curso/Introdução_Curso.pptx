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5"/>
  </p:sldMasterIdLst>
  <p:notesMasterIdLst>
    <p:notesMasterId r:id="rId12"/>
  </p:notesMasterIdLst>
  <p:sldIdLst>
    <p:sldId id="8051" r:id="rId6"/>
    <p:sldId id="8052" r:id="rId7"/>
    <p:sldId id="8053" r:id="rId8"/>
    <p:sldId id="8054" r:id="rId9"/>
    <p:sldId id="8055" r:id="rId10"/>
    <p:sldId id="442" r:id="rId11"/>
  </p:sldIdLst>
  <p:sldSz cx="12192000" cy="6858000"/>
  <p:notesSz cx="6858000" cy="9144000"/>
  <p:embeddedFontLst>
    <p:embeddedFont>
      <p:font typeface="Franklin Gothic Book" panose="020B0503020102020204" pitchFamily="34" charset="0"/>
      <p:regular r:id="rId13"/>
      <p:italic r:id="rId14"/>
    </p:embeddedFont>
  </p:embeddedFontLst>
  <p:custDataLst>
    <p:tags r:id="rId15"/>
  </p:custData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orient="horz" pos="648" userDrawn="1">
          <p15:clr>
            <a:srgbClr val="A4A3A4"/>
          </p15:clr>
        </p15:guide>
        <p15:guide id="11" orient="horz" pos="120" userDrawn="1">
          <p15:clr>
            <a:srgbClr val="A4A3A4"/>
          </p15:clr>
        </p15:guide>
        <p15:guide id="12" pos="7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04B"/>
    <a:srgbClr val="053529"/>
    <a:srgbClr val="990000"/>
    <a:srgbClr val="E4107F"/>
    <a:srgbClr val="00BCFF"/>
    <a:srgbClr val="6CBF00"/>
    <a:srgbClr val="6ED700"/>
    <a:srgbClr val="89D329"/>
    <a:srgbClr val="A4D965"/>
    <a:srgbClr val="A4D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6C66E5-7053-456A-AABF-189EEADFA1A8}" v="11" dt="2026-10-29T13:00:25.966"/>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72"/>
      </p:cViewPr>
      <p:guideLst>
        <p:guide orient="horz" pos="648"/>
        <p:guide orient="horz" pos="120"/>
        <p:guide pos="7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tags" Target="tags/tag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custT="1"/>
      <dgm:spPr/>
      <dgm:t>
        <a:bodyPr/>
        <a:lstStyle/>
        <a:p>
          <a:r>
            <a:rPr lang="en-US" sz="1400" b="1" noProof="0"/>
            <a:t>2006-2010</a:t>
          </a:r>
        </a:p>
      </dgm:t>
    </dgm:pt>
    <dgm:pt modelId="{D8874F40-D7B0-41DE-BB6F-A6014FEAB2D7}" type="parTrans" cxnId="{C5202EE1-10E9-4076-9D55-9E0CF8B152AF}">
      <dgm:prSet/>
      <dgm:spPr/>
      <dgm:t>
        <a:bodyPr/>
        <a:lstStyle/>
        <a:p>
          <a:endParaRPr lang="en-US" sz="2400" b="1"/>
        </a:p>
      </dgm:t>
    </dgm:pt>
    <dgm:pt modelId="{BD6E0A2E-99C8-4F5A-971A-CD211D1099FF}" type="sibTrans" cxnId="{C5202EE1-10E9-4076-9D55-9E0CF8B152AF}">
      <dgm:prSet/>
      <dgm:spPr/>
      <dgm:t>
        <a:bodyPr/>
        <a:lstStyle/>
        <a:p>
          <a:endParaRPr lang="en-US" sz="2400" b="1"/>
        </a:p>
      </dgm:t>
    </dgm:pt>
    <dgm:pt modelId="{96262926-A67D-4E4E-9515-5EBC67F0B634}">
      <dgm:prSet custT="1"/>
      <dgm:spPr/>
      <dgm:t>
        <a:bodyPr/>
        <a:lstStyle/>
        <a:p>
          <a:r>
            <a:rPr lang="en-US" sz="1400" b="1" kern="1200" noProof="0">
              <a:solidFill>
                <a:prstClr val="black">
                  <a:hueOff val="0"/>
                  <a:satOff val="0"/>
                  <a:lumOff val="0"/>
                  <a:alphaOff val="0"/>
                </a:prstClr>
              </a:solidFill>
              <a:latin typeface="Calibri" panose="020F0502020204030204"/>
              <a:ea typeface="+mn-ea"/>
              <a:cs typeface="+mn-cs"/>
            </a:rPr>
            <a:t>BSc Agronomy (UFPR)</a:t>
          </a:r>
        </a:p>
      </dgm:t>
    </dgm:pt>
    <dgm:pt modelId="{1DA7ACEB-F642-43C1-BCB5-F580B9B985B9}" type="sibTrans" cxnId="{8C5B110A-FBC3-4CBF-BED2-413E87D4DAD5}">
      <dgm:prSet/>
      <dgm:spPr/>
      <dgm:t>
        <a:bodyPr/>
        <a:lstStyle/>
        <a:p>
          <a:endParaRPr lang="en-US" sz="2400" b="1"/>
        </a:p>
      </dgm:t>
    </dgm:pt>
    <dgm:pt modelId="{EC74E552-C501-4B0E-9400-E8B410F53D50}" type="parTrans" cxnId="{8C5B110A-FBC3-4CBF-BED2-413E87D4DAD5}">
      <dgm:prSet/>
      <dgm:spPr/>
      <dgm:t>
        <a:bodyPr/>
        <a:lstStyle/>
        <a:p>
          <a:endParaRPr lang="en-US" sz="2400" b="1"/>
        </a:p>
      </dgm:t>
    </dgm:pt>
    <dgm:pt modelId="{B15742A6-8607-47A2-B297-2F919515E2AA}">
      <dgm:prSet custT="1"/>
      <dgm:spPr/>
      <dgm:t>
        <a:bodyPr/>
        <a:lstStyle/>
        <a:p>
          <a:r>
            <a:rPr lang="en-US" sz="1400" b="1" noProof="0"/>
            <a:t>2012</a:t>
          </a:r>
        </a:p>
      </dgm:t>
    </dgm:pt>
    <dgm:pt modelId="{401509F1-714E-41A0-91AD-64822606807F}" type="sibTrans" cxnId="{2EB43814-35CB-4D9A-B513-B09DA08018AD}">
      <dgm:prSet/>
      <dgm:spPr/>
      <dgm:t>
        <a:bodyPr/>
        <a:lstStyle/>
        <a:p>
          <a:endParaRPr lang="en-US" sz="2400" b="1"/>
        </a:p>
      </dgm:t>
    </dgm:pt>
    <dgm:pt modelId="{B73D5317-F98A-418D-A23E-8484E29FE252}" type="parTrans" cxnId="{2EB43814-35CB-4D9A-B513-B09DA08018AD}">
      <dgm:prSet/>
      <dgm:spPr/>
      <dgm:t>
        <a:bodyPr/>
        <a:lstStyle/>
        <a:p>
          <a:endParaRPr lang="en-US" sz="2400" b="1"/>
        </a:p>
      </dgm:t>
    </dgm:pt>
    <dgm:pt modelId="{B349CE23-C3B4-4742-B883-BFFD7B52F131}">
      <dgm:prSet custT="1"/>
      <dgm:spPr/>
      <dgm:t>
        <a:bodyPr/>
        <a:lstStyle/>
        <a:p>
          <a:r>
            <a:rPr lang="en-US" sz="1400" b="1" noProof="0"/>
            <a:t>Started as Agronomic Data Specialist at Corteva</a:t>
          </a:r>
        </a:p>
      </dgm:t>
    </dgm:pt>
    <dgm:pt modelId="{09536BFF-6F35-4E46-B49D-74E8A589C7CC}" type="sibTrans" cxnId="{0DCC0632-FCAF-4F22-B972-6D30C09B8F33}">
      <dgm:prSet/>
      <dgm:spPr/>
      <dgm:t>
        <a:bodyPr/>
        <a:lstStyle/>
        <a:p>
          <a:endParaRPr lang="en-US" sz="2400" b="1"/>
        </a:p>
      </dgm:t>
    </dgm:pt>
    <dgm:pt modelId="{A6D73C72-C3BD-4F7E-81AC-2216963D1624}" type="parTrans" cxnId="{0DCC0632-FCAF-4F22-B972-6D30C09B8F33}">
      <dgm:prSet/>
      <dgm:spPr/>
      <dgm:t>
        <a:bodyPr/>
        <a:lstStyle/>
        <a:p>
          <a:endParaRPr lang="en-US" sz="2400" b="1"/>
        </a:p>
      </dgm:t>
    </dgm:pt>
    <dgm:pt modelId="{09C152DA-7620-4852-8162-A77EC3609F3F}">
      <dgm:prSet custT="1"/>
      <dgm:spPr/>
      <dgm:t>
        <a:bodyPr/>
        <a:lstStyle/>
        <a:p>
          <a:r>
            <a:rPr lang="en-US" sz="1400" b="1" noProof="0"/>
            <a:t>2013</a:t>
          </a:r>
        </a:p>
      </dgm:t>
    </dgm:pt>
    <dgm:pt modelId="{0AE8D36D-0F0F-4206-AE39-0A2D73987B68}" type="sibTrans" cxnId="{23ECAC8B-17A4-4883-AA0E-06D66B7E788A}">
      <dgm:prSet/>
      <dgm:spPr/>
      <dgm:t>
        <a:bodyPr/>
        <a:lstStyle/>
        <a:p>
          <a:endParaRPr lang="en-US" sz="2400" b="1"/>
        </a:p>
      </dgm:t>
    </dgm:pt>
    <dgm:pt modelId="{9F6D14C0-6C82-4CBD-8D6D-B0E117B6F2ED}" type="parTrans" cxnId="{23ECAC8B-17A4-4883-AA0E-06D66B7E788A}">
      <dgm:prSet/>
      <dgm:spPr/>
      <dgm:t>
        <a:bodyPr/>
        <a:lstStyle/>
        <a:p>
          <a:endParaRPr lang="en-US" sz="2400" b="1"/>
        </a:p>
      </dgm:t>
    </dgm:pt>
    <dgm:pt modelId="{39C9C664-D968-4FB0-ACCE-484A97168770}">
      <dgm:prSet custT="1"/>
      <dgm:spPr/>
      <dgm:t>
        <a:bodyPr/>
        <a:lstStyle/>
        <a:p>
          <a:r>
            <a:rPr lang="en-US" sz="1400" b="1" kern="1200" noProof="0">
              <a:solidFill>
                <a:prstClr val="black">
                  <a:hueOff val="0"/>
                  <a:satOff val="0"/>
                  <a:lumOff val="0"/>
                  <a:alphaOff val="0"/>
                </a:prstClr>
              </a:solidFill>
              <a:latin typeface="Calibri" panose="020F0502020204030204"/>
              <a:ea typeface="+mn-ea"/>
              <a:cs typeface="+mn-cs"/>
            </a:rPr>
            <a:t>Started Master Degree (UFSM)</a:t>
          </a:r>
        </a:p>
      </dgm:t>
    </dgm:pt>
    <dgm:pt modelId="{89A01806-CB70-4528-8D98-CEA7C9E66FC3}" type="sibTrans" cxnId="{76160380-B57F-4739-A833-D553E12AFD1D}">
      <dgm:prSet/>
      <dgm:spPr/>
      <dgm:t>
        <a:bodyPr/>
        <a:lstStyle/>
        <a:p>
          <a:endParaRPr lang="en-US" sz="2400" b="1"/>
        </a:p>
      </dgm:t>
    </dgm:pt>
    <dgm:pt modelId="{01BAA341-250B-4AD9-AD24-06936648E2CC}" type="parTrans" cxnId="{76160380-B57F-4739-A833-D553E12AFD1D}">
      <dgm:prSet/>
      <dgm:spPr/>
      <dgm:t>
        <a:bodyPr/>
        <a:lstStyle/>
        <a:p>
          <a:endParaRPr lang="en-US" sz="2400" b="1"/>
        </a:p>
      </dgm:t>
    </dgm:pt>
    <dgm:pt modelId="{5F0DEAB0-2210-452F-A892-E7CA3F06DDA6}">
      <dgm:prSet custT="1"/>
      <dgm:spPr/>
      <dgm:t>
        <a:bodyPr/>
        <a:lstStyle/>
        <a:p>
          <a:r>
            <a:rPr lang="en-US" sz="1400" b="1" noProof="0"/>
            <a:t>2015</a:t>
          </a:r>
        </a:p>
      </dgm:t>
    </dgm:pt>
    <dgm:pt modelId="{0FC34745-C13D-44E9-9594-9BA97D381D2F}" type="sibTrans" cxnId="{2B3C4F36-2C5B-48FE-A8F9-0B0DF68EF096}">
      <dgm:prSet/>
      <dgm:spPr/>
      <dgm:t>
        <a:bodyPr/>
        <a:lstStyle/>
        <a:p>
          <a:endParaRPr lang="en-US" sz="2400" b="1"/>
        </a:p>
      </dgm:t>
    </dgm:pt>
    <dgm:pt modelId="{D7EBEADF-760A-488D-99A1-25E5405ADF64}" type="parTrans" cxnId="{2B3C4F36-2C5B-48FE-A8F9-0B0DF68EF096}">
      <dgm:prSet/>
      <dgm:spPr/>
      <dgm:t>
        <a:bodyPr/>
        <a:lstStyle/>
        <a:p>
          <a:endParaRPr lang="en-US" sz="2400" b="1"/>
        </a:p>
      </dgm:t>
    </dgm:pt>
    <dgm:pt modelId="{6C8937BE-93F8-4DED-8538-1C601DAEBA66}">
      <dgm:prSet custT="1"/>
      <dgm:spPr/>
      <dgm:t>
        <a:bodyPr/>
        <a:lstStyle/>
        <a:p>
          <a:pPr>
            <a:buFont typeface="Arial" panose="020B0604020202020204" pitchFamily="34" charset="0"/>
            <a:buChar char="•"/>
          </a:pPr>
          <a:r>
            <a:rPr lang="en-US" sz="1400" b="1" kern="1200" noProof="0">
              <a:solidFill>
                <a:prstClr val="black"/>
              </a:solidFill>
              <a:latin typeface="Franklin Gothic Book" panose="020B0502020104020203"/>
              <a:ea typeface="+mn-ea"/>
              <a:cs typeface="+mn-cs"/>
            </a:rPr>
            <a:t>Finished Master</a:t>
          </a:r>
        </a:p>
        <a:p>
          <a:pPr>
            <a:buFont typeface="Arial" panose="020B0604020202020204" pitchFamily="34" charset="0"/>
            <a:buChar char="•"/>
          </a:pPr>
          <a:r>
            <a:rPr lang="en-US" sz="1400" b="1" kern="1200" noProof="0">
              <a:solidFill>
                <a:prstClr val="black"/>
              </a:solidFill>
              <a:latin typeface="Franklin Gothic Book" panose="020B0502020104020203"/>
              <a:ea typeface="+mn-ea"/>
              <a:cs typeface="+mn-cs"/>
            </a:rPr>
            <a:t>Started as Breeder Assistant at Corteva</a:t>
          </a:r>
        </a:p>
      </dgm:t>
    </dgm:pt>
    <dgm:pt modelId="{A97BE953-FA9D-4BA6-A92C-494DB1F3BA59}" type="sibTrans" cxnId="{FAA8D3DD-12E8-457D-9144-B037C5678347}">
      <dgm:prSet/>
      <dgm:spPr/>
      <dgm:t>
        <a:bodyPr/>
        <a:lstStyle/>
        <a:p>
          <a:endParaRPr lang="en-US" sz="2400" b="1"/>
        </a:p>
      </dgm:t>
    </dgm:pt>
    <dgm:pt modelId="{77D169C6-D77F-456D-B18B-D7BE016AD87A}" type="parTrans" cxnId="{FAA8D3DD-12E8-457D-9144-B037C5678347}">
      <dgm:prSet/>
      <dgm:spPr/>
      <dgm:t>
        <a:bodyPr/>
        <a:lstStyle/>
        <a:p>
          <a:endParaRPr lang="en-US" sz="2400" b="1"/>
        </a:p>
      </dgm:t>
    </dgm:pt>
    <dgm:pt modelId="{2A08DEC1-9DD6-4AC1-86F5-076D2E0A28FD}">
      <dgm:prSet custT="1"/>
      <dgm:spPr/>
      <dgm:t>
        <a:bodyPr/>
        <a:lstStyle/>
        <a:p>
          <a:r>
            <a:rPr lang="en-US" sz="1400" b="1" noProof="0"/>
            <a:t>2017-2018</a:t>
          </a:r>
        </a:p>
      </dgm:t>
    </dgm:pt>
    <dgm:pt modelId="{B66CF732-1B83-47A2-BE48-17A668D4D959}" type="sibTrans" cxnId="{CB0D4A5C-4573-4E5A-933E-2917FECE3A15}">
      <dgm:prSet/>
      <dgm:spPr/>
      <dgm:t>
        <a:bodyPr/>
        <a:lstStyle/>
        <a:p>
          <a:endParaRPr lang="en-US" sz="2400" b="1"/>
        </a:p>
      </dgm:t>
    </dgm:pt>
    <dgm:pt modelId="{47538C76-E27F-4AC7-852D-AB486C730975}" type="parTrans" cxnId="{CB0D4A5C-4573-4E5A-933E-2917FECE3A15}">
      <dgm:prSet/>
      <dgm:spPr/>
      <dgm:t>
        <a:bodyPr/>
        <a:lstStyle/>
        <a:p>
          <a:endParaRPr lang="en-US" sz="2400" b="1"/>
        </a:p>
      </dgm:t>
    </dgm:pt>
    <dgm:pt modelId="{588CC57D-6027-4C9C-B3B6-A859A7E93EC5}">
      <dgm:prSet custT="1"/>
      <dgm:spPr/>
      <dgm:t>
        <a:bodyPr/>
        <a:lstStyle/>
        <a:p>
          <a:r>
            <a:rPr lang="en-US" sz="1400" b="1" noProof="0"/>
            <a:t>2019-2021</a:t>
          </a:r>
        </a:p>
      </dgm:t>
    </dgm:pt>
    <dgm:pt modelId="{90DF161E-ABE0-4467-A170-6766C1F00DF2}" type="sibTrans" cxnId="{77F7AD89-230C-4058-A0CD-7E81A05463BB}">
      <dgm:prSet/>
      <dgm:spPr/>
      <dgm:t>
        <a:bodyPr/>
        <a:lstStyle/>
        <a:p>
          <a:endParaRPr lang="en-US" sz="2400" b="1"/>
        </a:p>
      </dgm:t>
    </dgm:pt>
    <dgm:pt modelId="{0F538BAB-57E8-4FA3-88B6-C391B002E748}" type="parTrans" cxnId="{77F7AD89-230C-4058-A0CD-7E81A05463BB}">
      <dgm:prSet/>
      <dgm:spPr/>
      <dgm:t>
        <a:bodyPr/>
        <a:lstStyle/>
        <a:p>
          <a:endParaRPr lang="en-US" sz="2400" b="1"/>
        </a:p>
      </dgm:t>
    </dgm:pt>
    <dgm:pt modelId="{A9B02118-6EBC-4F78-B4C5-E43600462179}">
      <dgm:prSet custT="1"/>
      <dgm:spPr/>
      <dgm:t>
        <a:bodyPr/>
        <a:lstStyle/>
        <a:p>
          <a:r>
            <a:rPr lang="en-US" sz="1400" b="1" kern="1200" noProof="0">
              <a:solidFill>
                <a:prstClr val="black">
                  <a:hueOff val="0"/>
                  <a:satOff val="0"/>
                  <a:lumOff val="0"/>
                  <a:alphaOff val="0"/>
                </a:prstClr>
              </a:solidFill>
              <a:latin typeface="Franklin Gothic Book" panose="020B0502020104020203"/>
              <a:ea typeface="+mn-ea"/>
              <a:cs typeface="+mn-cs"/>
            </a:rPr>
            <a:t>Started as Breeder position</a:t>
          </a:r>
        </a:p>
        <a:p>
          <a:r>
            <a:rPr lang="en-US" sz="1400" b="1" kern="1200" noProof="0">
              <a:solidFill>
                <a:prstClr val="black">
                  <a:hueOff val="0"/>
                  <a:satOff val="0"/>
                  <a:lumOff val="0"/>
                  <a:alphaOff val="0"/>
                </a:prstClr>
              </a:solidFill>
              <a:latin typeface="Franklin Gothic Book" panose="020B0502020104020203"/>
              <a:ea typeface="+mn-ea"/>
              <a:cs typeface="+mn-cs"/>
            </a:rPr>
            <a:t>Finished Ph.D.</a:t>
          </a:r>
        </a:p>
        <a:p>
          <a:r>
            <a:rPr lang="en-US" sz="1400" b="1" kern="1200" noProof="0">
              <a:solidFill>
                <a:prstClr val="black">
                  <a:hueOff val="0"/>
                  <a:satOff val="0"/>
                  <a:lumOff val="0"/>
                  <a:alphaOff val="0"/>
                </a:prstClr>
              </a:solidFill>
              <a:latin typeface="Franklin Gothic Book" panose="020B0502020104020203"/>
              <a:ea typeface="+mn-ea"/>
              <a:cs typeface="+mn-cs"/>
            </a:rPr>
            <a:t>Applied ML in other areas</a:t>
          </a:r>
        </a:p>
      </dgm:t>
    </dgm:pt>
    <dgm:pt modelId="{54D993FC-7871-4869-AF68-C519531E032A}" type="sibTrans" cxnId="{69E75B8E-8B04-43D3-92C4-3437B1BA14EE}">
      <dgm:prSet/>
      <dgm:spPr/>
      <dgm:t>
        <a:bodyPr/>
        <a:lstStyle/>
        <a:p>
          <a:endParaRPr lang="en-US" sz="2400" b="1"/>
        </a:p>
      </dgm:t>
    </dgm:pt>
    <dgm:pt modelId="{0F3A1C84-5AA0-4E27-90E5-32631302F7E1}" type="parTrans" cxnId="{69E75B8E-8B04-43D3-92C4-3437B1BA14EE}">
      <dgm:prSet/>
      <dgm:spPr/>
      <dgm:t>
        <a:bodyPr/>
        <a:lstStyle/>
        <a:p>
          <a:endParaRPr lang="en-US" sz="2400" b="1"/>
        </a:p>
      </dgm:t>
    </dgm:pt>
    <dgm:pt modelId="{450C7C27-5818-436D-9CF7-1F42F9018FE1}">
      <dgm:prSet custT="1"/>
      <dgm:spPr/>
      <dgm:t>
        <a:bodyPr/>
        <a:lstStyle/>
        <a:p>
          <a:r>
            <a:rPr lang="en-US" sz="1400" b="1" kern="1200" noProof="0" dirty="0">
              <a:solidFill>
                <a:prstClr val="black">
                  <a:hueOff val="0"/>
                  <a:satOff val="0"/>
                  <a:lumOff val="0"/>
                  <a:alphaOff val="0"/>
                </a:prstClr>
              </a:solidFill>
              <a:latin typeface="Calibri" panose="020F0502020204030204"/>
              <a:ea typeface="+mn-ea"/>
              <a:cs typeface="+mn-cs"/>
            </a:rPr>
            <a:t>Started PhD (</a:t>
          </a:r>
          <a:r>
            <a:rPr lang="en-US" sz="1400" b="1" kern="1200" noProof="0" dirty="0" err="1">
              <a:solidFill>
                <a:prstClr val="black">
                  <a:hueOff val="0"/>
                  <a:satOff val="0"/>
                  <a:lumOff val="0"/>
                  <a:alphaOff val="0"/>
                </a:prstClr>
              </a:solidFill>
              <a:latin typeface="Calibri" panose="020F0502020204030204"/>
              <a:ea typeface="+mn-ea"/>
              <a:cs typeface="+mn-cs"/>
            </a:rPr>
            <a:t>Unicentro</a:t>
          </a:r>
          <a:r>
            <a:rPr lang="en-US" sz="1400" b="1" kern="1200" noProof="0" dirty="0">
              <a:solidFill>
                <a:prstClr val="black">
                  <a:hueOff val="0"/>
                  <a:satOff val="0"/>
                  <a:lumOff val="0"/>
                  <a:alphaOff val="0"/>
                </a:prstClr>
              </a:solidFill>
              <a:latin typeface="Calibri" panose="020F0502020204030204"/>
              <a:ea typeface="+mn-ea"/>
              <a:cs typeface="+mn-cs"/>
            </a:rPr>
            <a:t>) </a:t>
          </a:r>
        </a:p>
        <a:p>
          <a:r>
            <a:rPr lang="en-US" sz="1400" b="1" kern="1200" noProof="0" dirty="0"/>
            <a:t>Intensive use of genomic prediction</a:t>
          </a:r>
        </a:p>
      </dgm:t>
    </dgm:pt>
    <dgm:pt modelId="{2ACA117D-7872-4188-BD94-68C6F78B0FE4}" type="parTrans" cxnId="{4D9845AC-23B7-44DC-A87E-EB61494D8FF9}">
      <dgm:prSet/>
      <dgm:spPr/>
      <dgm:t>
        <a:bodyPr/>
        <a:lstStyle/>
        <a:p>
          <a:endParaRPr lang="en-US" sz="2400" b="1"/>
        </a:p>
      </dgm:t>
    </dgm:pt>
    <dgm:pt modelId="{A2E33093-DB69-49F9-9EC8-AD5EC5F2531B}" type="sibTrans" cxnId="{4D9845AC-23B7-44DC-A87E-EB61494D8FF9}">
      <dgm:prSet/>
      <dgm:spPr/>
      <dgm:t>
        <a:bodyPr/>
        <a:lstStyle/>
        <a:p>
          <a:endParaRPr lang="en-US" sz="2400" b="1"/>
        </a:p>
      </dgm:t>
    </dgm:pt>
    <dgm:pt modelId="{2CC9E96B-AA50-4B2B-B58B-CAE62A29846B}">
      <dgm:prSet custT="1"/>
      <dgm:spPr/>
      <dgm:t>
        <a:bodyPr/>
        <a:lstStyle/>
        <a:p>
          <a:r>
            <a:rPr lang="pt-BR" sz="1400" b="1"/>
            <a:t>2022</a:t>
          </a:r>
        </a:p>
      </dgm:t>
    </dgm:pt>
    <dgm:pt modelId="{505B2FF7-1D73-424D-BC30-E14B608AA6AF}" type="parTrans" cxnId="{778C227F-3161-4B31-8A54-E512C209D3C1}">
      <dgm:prSet/>
      <dgm:spPr/>
      <dgm:t>
        <a:bodyPr/>
        <a:lstStyle/>
        <a:p>
          <a:endParaRPr lang="pt-BR" sz="2400" b="1"/>
        </a:p>
      </dgm:t>
    </dgm:pt>
    <dgm:pt modelId="{9ED3A5D5-E0BB-4CDD-9F53-73C86DF387DA}" type="sibTrans" cxnId="{778C227F-3161-4B31-8A54-E512C209D3C1}">
      <dgm:prSet/>
      <dgm:spPr/>
      <dgm:t>
        <a:bodyPr/>
        <a:lstStyle/>
        <a:p>
          <a:endParaRPr lang="pt-BR" sz="2400" b="1"/>
        </a:p>
      </dgm:t>
    </dgm:pt>
    <dgm:pt modelId="{060FC5D3-E12C-4E18-8146-8E9A9DAB6734}">
      <dgm:prSet custT="1"/>
      <dgm:spPr/>
      <dgm:t>
        <a:bodyPr/>
        <a:lstStyle/>
        <a:p>
          <a:r>
            <a:rPr lang="en-US" sz="1400" b="1" noProof="0"/>
            <a:t>Started Research Station Manager at Nutrien</a:t>
          </a:r>
        </a:p>
      </dgm:t>
    </dgm:pt>
    <dgm:pt modelId="{F02B8B49-319B-4421-8A0A-8B1BEDE538EC}" type="parTrans" cxnId="{831BC6DB-519B-4BE2-B140-EF3673455318}">
      <dgm:prSet/>
      <dgm:spPr/>
      <dgm:t>
        <a:bodyPr/>
        <a:lstStyle/>
        <a:p>
          <a:endParaRPr lang="pt-BR" sz="2400" b="1"/>
        </a:p>
      </dgm:t>
    </dgm:pt>
    <dgm:pt modelId="{75DAA0CF-5115-43E5-97A2-A2D6BAB8F1A0}" type="sibTrans" cxnId="{831BC6DB-519B-4BE2-B140-EF3673455318}">
      <dgm:prSet/>
      <dgm:spPr/>
      <dgm:t>
        <a:bodyPr/>
        <a:lstStyle/>
        <a:p>
          <a:endParaRPr lang="pt-BR" sz="2400" b="1"/>
        </a:p>
      </dgm:t>
    </dgm:pt>
    <dgm:pt modelId="{920372CF-A7EB-4731-9875-0BDAB0122A28}">
      <dgm:prSet custT="1"/>
      <dgm:spPr/>
      <dgm:t>
        <a:bodyPr/>
        <a:lstStyle/>
        <a:p>
          <a:r>
            <a:rPr lang="pt-BR" sz="1400" b="1"/>
            <a:t>2023-Courrent</a:t>
          </a:r>
        </a:p>
      </dgm:t>
    </dgm:pt>
    <dgm:pt modelId="{6A82458E-C923-4DCD-AEE2-B066367AF8D6}" type="parTrans" cxnId="{9D40AA9B-53B4-45DC-BB7D-0DB0823337D2}">
      <dgm:prSet/>
      <dgm:spPr/>
      <dgm:t>
        <a:bodyPr/>
        <a:lstStyle/>
        <a:p>
          <a:endParaRPr lang="en-US" sz="2400" b="1"/>
        </a:p>
      </dgm:t>
    </dgm:pt>
    <dgm:pt modelId="{10A9D58C-90A2-4BFC-B571-189FF1F619FE}" type="sibTrans" cxnId="{9D40AA9B-53B4-45DC-BB7D-0DB0823337D2}">
      <dgm:prSet/>
      <dgm:spPr/>
      <dgm:t>
        <a:bodyPr/>
        <a:lstStyle/>
        <a:p>
          <a:endParaRPr lang="en-US" sz="2400" b="1"/>
        </a:p>
      </dgm:t>
    </dgm:pt>
    <dgm:pt modelId="{2460C448-E324-4700-88A0-EEB4158D4027}">
      <dgm:prSet custT="1"/>
      <dgm:spPr/>
      <dgm:t>
        <a:bodyPr/>
        <a:lstStyle/>
        <a:p>
          <a:r>
            <a:rPr lang="en-US" sz="1400" b="1" noProof="0"/>
            <a:t>Product development breeder for Sweet Corn and Onion Bayer</a:t>
          </a:r>
        </a:p>
      </dgm:t>
    </dgm:pt>
    <dgm:pt modelId="{5958EE73-E2F4-4AE6-B92D-BDEF0B26E1F9}" type="parTrans" cxnId="{E90F9B19-F4CD-41F7-A40A-4DF5339150FB}">
      <dgm:prSet/>
      <dgm:spPr/>
      <dgm:t>
        <a:bodyPr/>
        <a:lstStyle/>
        <a:p>
          <a:endParaRPr lang="en-US" sz="2400" b="1"/>
        </a:p>
      </dgm:t>
    </dgm:pt>
    <dgm:pt modelId="{2B4F523D-737D-4CFB-9BF2-9E68FE1BB19F}" type="sibTrans" cxnId="{E90F9B19-F4CD-41F7-A40A-4DF5339150FB}">
      <dgm:prSet/>
      <dgm:spPr/>
      <dgm:t>
        <a:bodyPr/>
        <a:lstStyle/>
        <a:p>
          <a:endParaRPr lang="en-US" sz="2400" b="1"/>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8">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8">
        <dgm:presLayoutVars>
          <dgm:bulletEnabled val="1"/>
        </dgm:presLayoutVars>
      </dgm:prSet>
      <dgm:spPr/>
    </dgm:pt>
    <dgm:pt modelId="{122B38A3-0442-4747-820C-1F37877E2B0E}" type="pres">
      <dgm:prSet presAssocID="{8DB5D7D5-6A1C-4ABC-8850-759A9D876047}" presName="ConnectLine1" presStyleLbl="sibTrans1D1" presStyleIdx="0" presStyleCnt="8"/>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8"/>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A66C64AC-692C-4004-B8E4-92795F69B0B5}" type="pres">
      <dgm:prSet presAssocID="{B15742A6-8607-47A2-B297-2F919515E2AA}" presName="composite1" presStyleCnt="0"/>
      <dgm:spPr/>
    </dgm:pt>
    <dgm:pt modelId="{FB59B452-E06E-492C-9D8F-A886E6B5509B}" type="pres">
      <dgm:prSet presAssocID="{B15742A6-8607-47A2-B297-2F919515E2AA}" presName="parent1" presStyleLbl="alignNode1" presStyleIdx="1" presStyleCnt="8">
        <dgm:presLayoutVars>
          <dgm:chMax val="1"/>
          <dgm:chPref val="1"/>
          <dgm:bulletEnabled val="1"/>
        </dgm:presLayoutVars>
      </dgm:prSet>
      <dgm:spPr/>
    </dgm:pt>
    <dgm:pt modelId="{1D4D9B2C-E8CB-4C68-8521-A47DA8EE68E2}" type="pres">
      <dgm:prSet presAssocID="{B15742A6-8607-47A2-B297-2F919515E2AA}" presName="Childtext1" presStyleLbl="revTx" presStyleIdx="1" presStyleCnt="8">
        <dgm:presLayoutVars>
          <dgm:bulletEnabled val="1"/>
        </dgm:presLayoutVars>
      </dgm:prSet>
      <dgm:spPr/>
    </dgm:pt>
    <dgm:pt modelId="{BF08E6BE-C200-490E-8EB5-E85D0624C8CA}" type="pres">
      <dgm:prSet presAssocID="{B15742A6-8607-47A2-B297-2F919515E2AA}" presName="ConnectLine1" presStyleLbl="sibTrans1D1" presStyleIdx="1" presStyleCnt="8"/>
      <dgm:spPr>
        <a:noFill/>
        <a:ln w="12700" cap="rnd" cmpd="sng" algn="ctr">
          <a:solidFill>
            <a:schemeClr val="accent1">
              <a:shade val="90000"/>
              <a:hueOff val="81129"/>
              <a:satOff val="-1564"/>
              <a:lumOff val="5113"/>
              <a:alphaOff val="0"/>
            </a:schemeClr>
          </a:solidFill>
          <a:prstDash val="dash"/>
        </a:ln>
        <a:effectLst/>
      </dgm:spPr>
    </dgm:pt>
    <dgm:pt modelId="{44F13D31-C658-4E1A-B733-259FC8891A4A}" type="pres">
      <dgm:prSet presAssocID="{B15742A6-8607-47A2-B297-2F919515E2AA}" presName="ConnectLineEnd1" presStyleLbl="lnNode1" presStyleIdx="1" presStyleCnt="8"/>
      <dgm:spPr/>
    </dgm:pt>
    <dgm:pt modelId="{BBBAAF4B-7206-404C-AF30-CCD0452FAEBE}" type="pres">
      <dgm:prSet presAssocID="{B15742A6-8607-47A2-B297-2F919515E2AA}" presName="EmptyPane1" presStyleCnt="0"/>
      <dgm:spPr/>
    </dgm:pt>
    <dgm:pt modelId="{8BC793E4-CD97-45FD-8675-0AB865DC5F53}" type="pres">
      <dgm:prSet presAssocID="{401509F1-714E-41A0-91AD-64822606807F}"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8">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8">
        <dgm:presLayoutVars>
          <dgm:bulletEnabled val="1"/>
        </dgm:presLayoutVars>
      </dgm:prSet>
      <dgm:spPr/>
    </dgm:pt>
    <dgm:pt modelId="{440E9361-37D2-4157-AF38-7B49AD23708B}" type="pres">
      <dgm:prSet presAssocID="{09C152DA-7620-4852-8162-A77EC3609F3F}" presName="ConnectLine1" presStyleLbl="sibTrans1D1" presStyleIdx="2" presStyleCnt="8"/>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8"/>
      <dgm:spPr/>
    </dgm:pt>
    <dgm:pt modelId="{4174F691-D9D3-451C-9893-D177DC3AED58}" type="pres">
      <dgm:prSet presAssocID="{09C152DA-7620-4852-8162-A77EC3609F3F}" presName="EmptyPane1" presStyleCnt="0"/>
      <dgm:spPr/>
    </dgm:pt>
    <dgm:pt modelId="{BA182AD5-B3CD-4715-83B3-985648105DAB}" type="pres">
      <dgm:prSet presAssocID="{0AE8D36D-0F0F-4206-AE39-0A2D73987B68}" presName="spaceBetweenRectangles1" presStyleCnt="0"/>
      <dgm:spPr/>
    </dgm:pt>
    <dgm:pt modelId="{B42E32F9-B08A-458B-8ECD-E5D5295C5D94}" type="pres">
      <dgm:prSet presAssocID="{5F0DEAB0-2210-452F-A892-E7CA3F06DDA6}" presName="composite1" presStyleCnt="0"/>
      <dgm:spPr/>
    </dgm:pt>
    <dgm:pt modelId="{E0C898A3-FFA5-456F-A420-6E30AF4B83F1}" type="pres">
      <dgm:prSet presAssocID="{5F0DEAB0-2210-452F-A892-E7CA3F06DDA6}" presName="parent1" presStyleLbl="alignNode1" presStyleIdx="3" presStyleCnt="8">
        <dgm:presLayoutVars>
          <dgm:chMax val="1"/>
          <dgm:chPref val="1"/>
          <dgm:bulletEnabled val="1"/>
        </dgm:presLayoutVars>
      </dgm:prSet>
      <dgm:spPr/>
    </dgm:pt>
    <dgm:pt modelId="{8F0706C7-94C2-4AB0-9263-5EEAAD776ED3}" type="pres">
      <dgm:prSet presAssocID="{5F0DEAB0-2210-452F-A892-E7CA3F06DDA6}" presName="Childtext1" presStyleLbl="revTx" presStyleIdx="3" presStyleCnt="8">
        <dgm:presLayoutVars>
          <dgm:bulletEnabled val="1"/>
        </dgm:presLayoutVars>
      </dgm:prSet>
      <dgm:spPr/>
    </dgm:pt>
    <dgm:pt modelId="{5090CD61-57F4-4A94-BC74-3C8C78EEF20D}" type="pres">
      <dgm:prSet presAssocID="{5F0DEAB0-2210-452F-A892-E7CA3F06DDA6}" presName="ConnectLine1" presStyleLbl="sibTrans1D1" presStyleIdx="3" presStyleCnt="8"/>
      <dgm:spPr>
        <a:noFill/>
        <a:ln w="12700" cap="rnd" cmpd="sng" algn="ctr">
          <a:solidFill>
            <a:schemeClr val="accent1">
              <a:shade val="90000"/>
              <a:hueOff val="162259"/>
              <a:satOff val="-3128"/>
              <a:lumOff val="10227"/>
              <a:alphaOff val="0"/>
            </a:schemeClr>
          </a:solidFill>
          <a:prstDash val="dash"/>
        </a:ln>
        <a:effectLst/>
      </dgm:spPr>
    </dgm:pt>
    <dgm:pt modelId="{98A10344-25B2-4BDC-98A3-23EC5A3E13BD}" type="pres">
      <dgm:prSet presAssocID="{5F0DEAB0-2210-452F-A892-E7CA3F06DDA6}" presName="ConnectLineEnd1" presStyleLbl="lnNode1" presStyleIdx="3" presStyleCnt="8"/>
      <dgm:spPr/>
    </dgm:pt>
    <dgm:pt modelId="{2459E4E0-712E-4C06-9540-FB357454B0B1}" type="pres">
      <dgm:prSet presAssocID="{5F0DEAB0-2210-452F-A892-E7CA3F06DDA6}" presName="EmptyPane1" presStyleCnt="0"/>
      <dgm:spPr/>
    </dgm:pt>
    <dgm:pt modelId="{BFC0B042-3236-4795-9DB7-E30AF4FBD456}" type="pres">
      <dgm:prSet presAssocID="{0FC34745-C13D-44E9-9594-9BA97D381D2F}" presName="spaceBetweenRectangles1" presStyleCnt="0"/>
      <dgm:spPr/>
    </dgm:pt>
    <dgm:pt modelId="{09789B04-920B-4CD4-B847-F8A92745E93A}" type="pres">
      <dgm:prSet presAssocID="{2A08DEC1-9DD6-4AC1-86F5-076D2E0A28FD}" presName="composite1" presStyleCnt="0"/>
      <dgm:spPr/>
    </dgm:pt>
    <dgm:pt modelId="{3C1DCCE9-A903-4373-BCE7-8C58E905D79C}" type="pres">
      <dgm:prSet presAssocID="{2A08DEC1-9DD6-4AC1-86F5-076D2E0A28FD}" presName="parent1" presStyleLbl="alignNode1" presStyleIdx="4" presStyleCnt="8">
        <dgm:presLayoutVars>
          <dgm:chMax val="1"/>
          <dgm:chPref val="1"/>
          <dgm:bulletEnabled val="1"/>
        </dgm:presLayoutVars>
      </dgm:prSet>
      <dgm:spPr/>
    </dgm:pt>
    <dgm:pt modelId="{DC95AD73-AB18-496B-B1F5-91A0550F4B15}" type="pres">
      <dgm:prSet presAssocID="{2A08DEC1-9DD6-4AC1-86F5-076D2E0A28FD}" presName="Childtext1" presStyleLbl="revTx" presStyleIdx="4" presStyleCnt="8">
        <dgm:presLayoutVars>
          <dgm:bulletEnabled val="1"/>
        </dgm:presLayoutVars>
      </dgm:prSet>
      <dgm:spPr/>
    </dgm:pt>
    <dgm:pt modelId="{1A2791AA-2DD9-4E46-A0A5-7C1B8C3536C6}" type="pres">
      <dgm:prSet presAssocID="{2A08DEC1-9DD6-4AC1-86F5-076D2E0A28FD}" presName="ConnectLine1" presStyleLbl="sibTrans1D1" presStyleIdx="4" presStyleCnt="8"/>
      <dgm:spPr>
        <a:noFill/>
        <a:ln w="12700" cap="rnd" cmpd="sng" algn="ctr">
          <a:solidFill>
            <a:schemeClr val="accent1">
              <a:shade val="90000"/>
              <a:hueOff val="202823"/>
              <a:satOff val="-3910"/>
              <a:lumOff val="12784"/>
              <a:alphaOff val="0"/>
            </a:schemeClr>
          </a:solidFill>
          <a:prstDash val="dash"/>
        </a:ln>
        <a:effectLst/>
      </dgm:spPr>
    </dgm:pt>
    <dgm:pt modelId="{0EDAB714-CB5A-4C46-B2B0-909F571E94B1}" type="pres">
      <dgm:prSet presAssocID="{2A08DEC1-9DD6-4AC1-86F5-076D2E0A28FD}" presName="ConnectLineEnd1" presStyleLbl="lnNode1" presStyleIdx="4" presStyleCnt="8"/>
      <dgm:spPr/>
    </dgm:pt>
    <dgm:pt modelId="{5253F72E-AD63-4F6C-8006-2971EEE8DBCF}" type="pres">
      <dgm:prSet presAssocID="{2A08DEC1-9DD6-4AC1-86F5-076D2E0A28FD}" presName="EmptyPane1" presStyleCnt="0"/>
      <dgm:spPr/>
    </dgm:pt>
    <dgm:pt modelId="{1F587489-1688-4626-B225-8D1B3E3F9A2B}" type="pres">
      <dgm:prSet presAssocID="{B66CF732-1B83-47A2-BE48-17A668D4D959}" presName="spaceBetweenRectangles1" presStyleCnt="0"/>
      <dgm:spPr/>
    </dgm:pt>
    <dgm:pt modelId="{8D905061-B54E-4D93-B57D-5228F69F9F1C}" type="pres">
      <dgm:prSet presAssocID="{588CC57D-6027-4C9C-B3B6-A859A7E93EC5}" presName="composite1" presStyleCnt="0"/>
      <dgm:spPr/>
    </dgm:pt>
    <dgm:pt modelId="{159F2258-7E56-4C25-9B92-9FED6D017FA6}" type="pres">
      <dgm:prSet presAssocID="{588CC57D-6027-4C9C-B3B6-A859A7E93EC5}" presName="parent1" presStyleLbl="alignNode1" presStyleIdx="5" presStyleCnt="8">
        <dgm:presLayoutVars>
          <dgm:chMax val="1"/>
          <dgm:chPref val="1"/>
          <dgm:bulletEnabled val="1"/>
        </dgm:presLayoutVars>
      </dgm:prSet>
      <dgm:spPr/>
    </dgm:pt>
    <dgm:pt modelId="{77D93033-17FE-4AFA-9EF1-14A4DB8EAC75}" type="pres">
      <dgm:prSet presAssocID="{588CC57D-6027-4C9C-B3B6-A859A7E93EC5}" presName="Childtext1" presStyleLbl="revTx" presStyleIdx="5" presStyleCnt="8">
        <dgm:presLayoutVars>
          <dgm:bulletEnabled val="1"/>
        </dgm:presLayoutVars>
      </dgm:prSet>
      <dgm:spPr/>
    </dgm:pt>
    <dgm:pt modelId="{88565B6A-DC6A-4FE3-AA18-39E65FB94B1D}" type="pres">
      <dgm:prSet presAssocID="{588CC57D-6027-4C9C-B3B6-A859A7E93EC5}" presName="ConnectLine1" presStyleLbl="sibTrans1D1" presStyleIdx="5" presStyleCnt="8"/>
      <dgm:spPr>
        <a:noFill/>
        <a:ln w="12700" cap="rnd" cmpd="sng" algn="ctr">
          <a:solidFill>
            <a:schemeClr val="accent1">
              <a:shade val="90000"/>
              <a:hueOff val="243388"/>
              <a:satOff val="-4692"/>
              <a:lumOff val="15340"/>
              <a:alphaOff val="0"/>
            </a:schemeClr>
          </a:solidFill>
          <a:prstDash val="dash"/>
        </a:ln>
        <a:effectLst/>
      </dgm:spPr>
    </dgm:pt>
    <dgm:pt modelId="{89EB82D7-7323-410C-8B29-0331B14D7045}" type="pres">
      <dgm:prSet presAssocID="{588CC57D-6027-4C9C-B3B6-A859A7E93EC5}" presName="ConnectLineEnd1" presStyleLbl="lnNode1" presStyleIdx="5" presStyleCnt="8"/>
      <dgm:spPr/>
    </dgm:pt>
    <dgm:pt modelId="{AEF230A9-6E42-4F89-AE37-6C93F5649D4D}" type="pres">
      <dgm:prSet presAssocID="{588CC57D-6027-4C9C-B3B6-A859A7E93EC5}" presName="EmptyPane1" presStyleCnt="0"/>
      <dgm:spPr/>
    </dgm:pt>
    <dgm:pt modelId="{6DDA6601-3328-487E-A81C-7741E09B9709}" type="pres">
      <dgm:prSet presAssocID="{90DF161E-ABE0-4467-A170-6766C1F00DF2}" presName="spaceBetweenRectangles1" presStyleCnt="0"/>
      <dgm:spPr/>
    </dgm:pt>
    <dgm:pt modelId="{DB37B035-429B-4B21-8B32-854307E97F8D}" type="pres">
      <dgm:prSet presAssocID="{2CC9E96B-AA50-4B2B-B58B-CAE62A29846B}" presName="composite1" presStyleCnt="0"/>
      <dgm:spPr/>
    </dgm:pt>
    <dgm:pt modelId="{9F56B024-A4F0-40C3-B455-01828DEF5073}" type="pres">
      <dgm:prSet presAssocID="{2CC9E96B-AA50-4B2B-B58B-CAE62A29846B}" presName="parent1" presStyleLbl="alignNode1" presStyleIdx="6" presStyleCnt="8">
        <dgm:presLayoutVars>
          <dgm:chMax val="1"/>
          <dgm:chPref val="1"/>
          <dgm:bulletEnabled val="1"/>
        </dgm:presLayoutVars>
      </dgm:prSet>
      <dgm:spPr/>
    </dgm:pt>
    <dgm:pt modelId="{AA6233C5-C739-4E27-94C0-A768BD2F6504}" type="pres">
      <dgm:prSet presAssocID="{2CC9E96B-AA50-4B2B-B58B-CAE62A29846B}" presName="Childtext1" presStyleLbl="revTx" presStyleIdx="6" presStyleCnt="8">
        <dgm:presLayoutVars>
          <dgm:bulletEnabled val="1"/>
        </dgm:presLayoutVars>
      </dgm:prSet>
      <dgm:spPr/>
    </dgm:pt>
    <dgm:pt modelId="{9B617210-E52E-4440-B755-D7AA0A3FD1A3}" type="pres">
      <dgm:prSet presAssocID="{2CC9E96B-AA50-4B2B-B58B-CAE62A29846B}" presName="ConnectLine1" presStyleLbl="sibTrans1D1" presStyleIdx="6" presStyleCnt="8"/>
      <dgm:spPr>
        <a:noFill/>
        <a:ln w="12700" cap="rnd" cmpd="sng" algn="ctr">
          <a:solidFill>
            <a:schemeClr val="accent1">
              <a:shade val="90000"/>
              <a:hueOff val="446212"/>
              <a:satOff val="-8602"/>
              <a:lumOff val="28124"/>
              <a:alphaOff val="0"/>
            </a:schemeClr>
          </a:solidFill>
          <a:prstDash val="dash"/>
        </a:ln>
        <a:effectLst/>
      </dgm:spPr>
    </dgm:pt>
    <dgm:pt modelId="{B47CE5B3-F7B6-422D-A8E8-F6EEE0F25688}" type="pres">
      <dgm:prSet presAssocID="{2CC9E96B-AA50-4B2B-B58B-CAE62A29846B}" presName="ConnectLineEnd1" presStyleLbl="lnNode1" presStyleIdx="6" presStyleCnt="8"/>
      <dgm:spPr/>
    </dgm:pt>
    <dgm:pt modelId="{6AA2F413-1653-49BE-AD04-F2F81151A438}" type="pres">
      <dgm:prSet presAssocID="{2CC9E96B-AA50-4B2B-B58B-CAE62A29846B}" presName="EmptyPane1" presStyleCnt="0"/>
      <dgm:spPr/>
    </dgm:pt>
    <dgm:pt modelId="{AB384D81-E718-4480-9C86-58DB9C665B89}" type="pres">
      <dgm:prSet presAssocID="{9ED3A5D5-E0BB-4CDD-9F53-73C86DF387DA}" presName="spaceBetweenRectangles1" presStyleCnt="0"/>
      <dgm:spPr/>
    </dgm:pt>
    <dgm:pt modelId="{2E716773-9A97-4C61-AB39-B5C304619A5A}" type="pres">
      <dgm:prSet presAssocID="{920372CF-A7EB-4731-9875-0BDAB0122A28}" presName="composite1" presStyleCnt="0"/>
      <dgm:spPr/>
    </dgm:pt>
    <dgm:pt modelId="{E0A69AA6-81E5-4612-AD6F-FD6B3E5247D7}" type="pres">
      <dgm:prSet presAssocID="{920372CF-A7EB-4731-9875-0BDAB0122A28}" presName="parent1" presStyleLbl="alignNode1" presStyleIdx="7" presStyleCnt="8">
        <dgm:presLayoutVars>
          <dgm:chMax val="1"/>
          <dgm:chPref val="1"/>
          <dgm:bulletEnabled val="1"/>
        </dgm:presLayoutVars>
      </dgm:prSet>
      <dgm:spPr/>
    </dgm:pt>
    <dgm:pt modelId="{1967262C-6623-42BA-9333-3B617AB5E224}" type="pres">
      <dgm:prSet presAssocID="{920372CF-A7EB-4731-9875-0BDAB0122A28}" presName="Childtext1" presStyleLbl="revTx" presStyleIdx="7" presStyleCnt="8">
        <dgm:presLayoutVars>
          <dgm:bulletEnabled val="1"/>
        </dgm:presLayoutVars>
      </dgm:prSet>
      <dgm:spPr/>
    </dgm:pt>
    <dgm:pt modelId="{B4C88043-DEF5-4FCE-8901-D660D395AAF5}" type="pres">
      <dgm:prSet presAssocID="{920372CF-A7EB-4731-9875-0BDAB0122A28}" presName="ConnectLine1" presStyleLbl="sibTrans1D1" presStyleIdx="7" presStyleCnt="8"/>
      <dgm:spPr>
        <a:noFill/>
        <a:ln w="6350" cap="flat" cmpd="sng" algn="ctr">
          <a:solidFill>
            <a:schemeClr val="accent1">
              <a:shade val="90000"/>
              <a:hueOff val="349225"/>
              <a:satOff val="-5981"/>
              <a:lumOff val="23960"/>
              <a:alphaOff val="0"/>
            </a:schemeClr>
          </a:solidFill>
          <a:prstDash val="dash"/>
          <a:miter lim="800000"/>
        </a:ln>
        <a:effectLst/>
      </dgm:spPr>
    </dgm:pt>
    <dgm:pt modelId="{7CBDA154-0A56-4B83-9D0E-8E5D0F53FF8B}" type="pres">
      <dgm:prSet presAssocID="{920372CF-A7EB-4731-9875-0BDAB0122A28}" presName="ConnectLineEnd1" presStyleLbl="lnNode1" presStyleIdx="7" presStyleCnt="8"/>
      <dgm:spPr/>
    </dgm:pt>
    <dgm:pt modelId="{9ED42CA7-B9CE-4D27-8406-77992744B6B3}" type="pres">
      <dgm:prSet presAssocID="{920372CF-A7EB-4731-9875-0BDAB0122A28}" presName="EmptyPane1" presStyleCnt="0"/>
      <dgm:spPr/>
    </dgm:pt>
  </dgm:ptLst>
  <dgm:cxnLst>
    <dgm:cxn modelId="{B9B7E206-0A6E-4E81-BAA3-71FD8760EDF4}" type="presOf" srcId="{2A08DEC1-9DD6-4AC1-86F5-076D2E0A28FD}" destId="{3C1DCCE9-A903-4373-BCE7-8C58E905D79C}"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717B9913-E307-4C8B-A421-E1FC94FDE60F}" type="presOf" srcId="{6C8937BE-93F8-4DED-8538-1C601DAEBA66}" destId="{8F0706C7-94C2-4AB0-9263-5EEAAD776ED3}" srcOrd="0" destOrd="0" presId="urn:microsoft.com/office/officeart/2016/7/layout/RoundedRectangleTimeline"/>
    <dgm:cxn modelId="{2EB43814-35CB-4D9A-B513-B09DA08018AD}" srcId="{6A70FD8F-0050-42E3-8B3A-6ED7CFB9852E}" destId="{B15742A6-8607-47A2-B297-2F919515E2AA}" srcOrd="1" destOrd="0" parTransId="{B73D5317-F98A-418D-A23E-8484E29FE252}" sibTransId="{401509F1-714E-41A0-91AD-64822606807F}"/>
    <dgm:cxn modelId="{E90F9B19-F4CD-41F7-A40A-4DF5339150FB}" srcId="{920372CF-A7EB-4731-9875-0BDAB0122A28}" destId="{2460C448-E324-4700-88A0-EEB4158D4027}" srcOrd="0" destOrd="0" parTransId="{5958EE73-E2F4-4AE6-B92D-BDEF0B26E1F9}" sibTransId="{2B4F523D-737D-4CFB-9BF2-9E68FE1BB19F}"/>
    <dgm:cxn modelId="{22ECA226-C4EA-44F1-BCB5-77F78841DA6F}" type="presOf" srcId="{09C152DA-7620-4852-8162-A77EC3609F3F}" destId="{566B79CB-1A41-4F5C-BF91-58D94BF93913}" srcOrd="0" destOrd="0" presId="urn:microsoft.com/office/officeart/2016/7/layout/RoundedRectangleTimeline"/>
    <dgm:cxn modelId="{0DCC0632-FCAF-4F22-B972-6D30C09B8F33}" srcId="{B15742A6-8607-47A2-B297-2F919515E2AA}" destId="{B349CE23-C3B4-4742-B883-BFFD7B52F131}" srcOrd="0" destOrd="0" parTransId="{A6D73C72-C3BD-4F7E-81AC-2216963D1624}" sibTransId="{09536BFF-6F35-4E46-B49D-74E8A589C7CC}"/>
    <dgm:cxn modelId="{2B3C4F36-2C5B-48FE-A8F9-0B0DF68EF096}" srcId="{6A70FD8F-0050-42E3-8B3A-6ED7CFB9852E}" destId="{5F0DEAB0-2210-452F-A892-E7CA3F06DDA6}" srcOrd="3" destOrd="0" parTransId="{D7EBEADF-760A-488D-99A1-25E5405ADF64}" sibTransId="{0FC34745-C13D-44E9-9594-9BA97D381D2F}"/>
    <dgm:cxn modelId="{CB0D4A5C-4573-4E5A-933E-2917FECE3A15}" srcId="{6A70FD8F-0050-42E3-8B3A-6ED7CFB9852E}" destId="{2A08DEC1-9DD6-4AC1-86F5-076D2E0A28FD}" srcOrd="4" destOrd="0" parTransId="{47538C76-E27F-4AC7-852D-AB486C730975}" sibTransId="{B66CF732-1B83-47A2-BE48-17A668D4D959}"/>
    <dgm:cxn modelId="{969CCF45-149B-4CC7-949F-7A541348EBB5}" type="presOf" srcId="{920372CF-A7EB-4731-9875-0BDAB0122A28}" destId="{E0A69AA6-81E5-4612-AD6F-FD6B3E5247D7}" srcOrd="0" destOrd="0" presId="urn:microsoft.com/office/officeart/2016/7/layout/RoundedRectangleTimeline"/>
    <dgm:cxn modelId="{A1368874-0B33-4302-983F-C25693796434}" type="presOf" srcId="{B349CE23-C3B4-4742-B883-BFFD7B52F131}" destId="{1D4D9B2C-E8CB-4C68-8521-A47DA8EE68E2}" srcOrd="0" destOrd="0" presId="urn:microsoft.com/office/officeart/2016/7/layout/RoundedRectangleTimeline"/>
    <dgm:cxn modelId="{7D0CCE54-8481-4A93-BA2F-9E1F0E5D5926}" type="presOf" srcId="{2460C448-E324-4700-88A0-EEB4158D4027}" destId="{1967262C-6623-42BA-9333-3B617AB5E224}"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778C227F-3161-4B31-8A54-E512C209D3C1}" srcId="{6A70FD8F-0050-42E3-8B3A-6ED7CFB9852E}" destId="{2CC9E96B-AA50-4B2B-B58B-CAE62A29846B}" srcOrd="6" destOrd="0" parTransId="{505B2FF7-1D73-424D-BC30-E14B608AA6AF}" sibTransId="{9ED3A5D5-E0BB-4CDD-9F53-73C86DF387DA}"/>
    <dgm:cxn modelId="{76160380-B57F-4739-A833-D553E12AFD1D}" srcId="{09C152DA-7620-4852-8162-A77EC3609F3F}" destId="{39C9C664-D968-4FB0-ACCE-484A97168770}" srcOrd="0" destOrd="0" parTransId="{01BAA341-250B-4AD9-AD24-06936648E2CC}" sibTransId="{89A01806-CB70-4528-8D98-CEA7C9E66FC3}"/>
    <dgm:cxn modelId="{8827E082-7DCD-4914-8FE6-8B0DF2483E24}" type="presOf" srcId="{39C9C664-D968-4FB0-ACCE-484A97168770}" destId="{B4723E2A-4FF1-452A-BD25-8EC364F15A6F}" srcOrd="0" destOrd="0" presId="urn:microsoft.com/office/officeart/2016/7/layout/RoundedRectangleTimeline"/>
    <dgm:cxn modelId="{F0BB1984-CCFD-4B5F-86C6-34BDB7F428C4}" type="presOf" srcId="{450C7C27-5818-436D-9CF7-1F42F9018FE1}" destId="{DC95AD73-AB18-496B-B1F5-91A0550F4B15}" srcOrd="0" destOrd="0" presId="urn:microsoft.com/office/officeart/2016/7/layout/RoundedRectangleTimeline"/>
    <dgm:cxn modelId="{E3EDF885-8263-4521-B026-F6206E50C71E}" type="presOf" srcId="{5F0DEAB0-2210-452F-A892-E7CA3F06DDA6}" destId="{E0C898A3-FFA5-456F-A420-6E30AF4B83F1}" srcOrd="0" destOrd="0" presId="urn:microsoft.com/office/officeart/2016/7/layout/RoundedRectangleTimeline"/>
    <dgm:cxn modelId="{77F7AD89-230C-4058-A0CD-7E81A05463BB}" srcId="{6A70FD8F-0050-42E3-8B3A-6ED7CFB9852E}" destId="{588CC57D-6027-4C9C-B3B6-A859A7E93EC5}" srcOrd="5" destOrd="0" parTransId="{0F538BAB-57E8-4FA3-88B6-C391B002E748}" sibTransId="{90DF161E-ABE0-4467-A170-6766C1F00DF2}"/>
    <dgm:cxn modelId="{23ECAC8B-17A4-4883-AA0E-06D66B7E788A}" srcId="{6A70FD8F-0050-42E3-8B3A-6ED7CFB9852E}" destId="{09C152DA-7620-4852-8162-A77EC3609F3F}" srcOrd="2" destOrd="0" parTransId="{9F6D14C0-6C82-4CBD-8D6D-B0E117B6F2ED}" sibTransId="{0AE8D36D-0F0F-4206-AE39-0A2D73987B68}"/>
    <dgm:cxn modelId="{69E75B8E-8B04-43D3-92C4-3437B1BA14EE}" srcId="{588CC57D-6027-4C9C-B3B6-A859A7E93EC5}" destId="{A9B02118-6EBC-4F78-B4C5-E43600462179}" srcOrd="0" destOrd="0" parTransId="{0F3A1C84-5AA0-4E27-90E5-32631302F7E1}" sibTransId="{54D993FC-7871-4869-AF68-C519531E032A}"/>
    <dgm:cxn modelId="{F9540599-A193-456C-A9A9-8962E3855B0B}" type="presOf" srcId="{96262926-A67D-4E4E-9515-5EBC67F0B634}" destId="{5A1B764B-0DC5-47CD-BDEA-9E67799496EC}" srcOrd="0" destOrd="0" presId="urn:microsoft.com/office/officeart/2016/7/layout/RoundedRectangleTimeline"/>
    <dgm:cxn modelId="{9D40AA9B-53B4-45DC-BB7D-0DB0823337D2}" srcId="{6A70FD8F-0050-42E3-8B3A-6ED7CFB9852E}" destId="{920372CF-A7EB-4731-9875-0BDAB0122A28}" srcOrd="7" destOrd="0" parTransId="{6A82458E-C923-4DCD-AEE2-B066367AF8D6}" sibTransId="{10A9D58C-90A2-4BFC-B571-189FF1F619FE}"/>
    <dgm:cxn modelId="{8C0465A0-582E-49CB-BBCC-7E35E40B8F3A}" type="presOf" srcId="{A9B02118-6EBC-4F78-B4C5-E43600462179}" destId="{77D93033-17FE-4AFA-9EF1-14A4DB8EAC75}" srcOrd="0" destOrd="0" presId="urn:microsoft.com/office/officeart/2016/7/layout/RoundedRectangleTimeline"/>
    <dgm:cxn modelId="{4D9845AC-23B7-44DC-A87E-EB61494D8FF9}" srcId="{2A08DEC1-9DD6-4AC1-86F5-076D2E0A28FD}" destId="{450C7C27-5818-436D-9CF7-1F42F9018FE1}" srcOrd="0" destOrd="0" parTransId="{2ACA117D-7872-4188-BD94-68C6F78B0FE4}" sibTransId="{A2E33093-DB69-49F9-9EC8-AD5EC5F2531B}"/>
    <dgm:cxn modelId="{B87074AC-A048-4DB0-9932-AB0834BA1F77}" type="presOf" srcId="{588CC57D-6027-4C9C-B3B6-A859A7E93EC5}" destId="{159F2258-7E56-4C25-9B92-9FED6D017FA6}" srcOrd="0" destOrd="0" presId="urn:microsoft.com/office/officeart/2016/7/layout/RoundedRectangleTimeline"/>
    <dgm:cxn modelId="{BF124DB5-75DF-49F5-8A84-23125C784514}" type="presOf" srcId="{B15742A6-8607-47A2-B297-2F919515E2AA}" destId="{FB59B452-E06E-492C-9D8F-A886E6B5509B}" srcOrd="0" destOrd="0" presId="urn:microsoft.com/office/officeart/2016/7/layout/RoundedRectangleTimeline"/>
    <dgm:cxn modelId="{569DADB6-6EBF-4BBB-8680-1E1D50ADA147}" type="presOf" srcId="{060FC5D3-E12C-4E18-8146-8E9A9DAB6734}" destId="{AA6233C5-C739-4E27-94C0-A768BD2F6504}" srcOrd="0" destOrd="0" presId="urn:microsoft.com/office/officeart/2016/7/layout/RoundedRectangleTimeline"/>
    <dgm:cxn modelId="{BF24DCD9-027C-4BE6-BDA4-3171B46A915E}" type="presOf" srcId="{2CC9E96B-AA50-4B2B-B58B-CAE62A29846B}" destId="{9F56B024-A4F0-40C3-B455-01828DEF5073}" srcOrd="0" destOrd="0" presId="urn:microsoft.com/office/officeart/2016/7/layout/RoundedRectangleTimeline"/>
    <dgm:cxn modelId="{831BC6DB-519B-4BE2-B140-EF3673455318}" srcId="{2CC9E96B-AA50-4B2B-B58B-CAE62A29846B}" destId="{060FC5D3-E12C-4E18-8146-8E9A9DAB6734}" srcOrd="0" destOrd="0" parTransId="{F02B8B49-319B-4421-8A0A-8B1BEDE538EC}" sibTransId="{75DAA0CF-5115-43E5-97A2-A2D6BAB8F1A0}"/>
    <dgm:cxn modelId="{FAA8D3DD-12E8-457D-9144-B037C5678347}" srcId="{5F0DEAB0-2210-452F-A892-E7CA3F06DDA6}"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6AECF71-68E7-4A93-8206-60024A8AC2A0}" type="presParOf" srcId="{AB52B3CC-6563-466D-BFC3-9B6B5AFA0881}" destId="{A66C64AC-692C-4004-B8E4-92795F69B0B5}" srcOrd="2" destOrd="0" presId="urn:microsoft.com/office/officeart/2016/7/layout/RoundedRectangleTimeline"/>
    <dgm:cxn modelId="{3B119C3B-CFD4-4686-B699-0A32CF8E80A6}" type="presParOf" srcId="{A66C64AC-692C-4004-B8E4-92795F69B0B5}" destId="{FB59B452-E06E-492C-9D8F-A886E6B5509B}" srcOrd="0" destOrd="0" presId="urn:microsoft.com/office/officeart/2016/7/layout/RoundedRectangleTimeline"/>
    <dgm:cxn modelId="{A9309E1A-5DB8-4A69-AF27-2A0460F6F3C2}" type="presParOf" srcId="{A66C64AC-692C-4004-B8E4-92795F69B0B5}" destId="{1D4D9B2C-E8CB-4C68-8521-A47DA8EE68E2}" srcOrd="1" destOrd="0" presId="urn:microsoft.com/office/officeart/2016/7/layout/RoundedRectangleTimeline"/>
    <dgm:cxn modelId="{E33E8188-DB9D-4CBF-B36B-B4D17D1BFD44}" type="presParOf" srcId="{A66C64AC-692C-4004-B8E4-92795F69B0B5}" destId="{BF08E6BE-C200-490E-8EB5-E85D0624C8CA}" srcOrd="2" destOrd="0" presId="urn:microsoft.com/office/officeart/2016/7/layout/RoundedRectangleTimeline"/>
    <dgm:cxn modelId="{12D46435-93D1-4D4C-9A9D-467E5F585F7E}" type="presParOf" srcId="{A66C64AC-692C-4004-B8E4-92795F69B0B5}" destId="{44F13D31-C658-4E1A-B733-259FC8891A4A}" srcOrd="3" destOrd="0" presId="urn:microsoft.com/office/officeart/2016/7/layout/RoundedRectangleTimeline"/>
    <dgm:cxn modelId="{4B4B8909-1427-4986-B523-E27FBA1EA413}" type="presParOf" srcId="{A66C64AC-692C-4004-B8E4-92795F69B0B5}" destId="{BBBAAF4B-7206-404C-AF30-CCD0452FAEBE}" srcOrd="4" destOrd="0" presId="urn:microsoft.com/office/officeart/2016/7/layout/RoundedRectangleTimeline"/>
    <dgm:cxn modelId="{F5572FD4-E31C-4267-AE2B-7BB670F70B6B}" type="presParOf" srcId="{AB52B3CC-6563-466D-BFC3-9B6B5AFA0881}" destId="{8BC793E4-CD97-45FD-8675-0AB865DC5F5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 modelId="{74B7F973-1014-49FA-A2F3-244B5ECB3F5F}" type="presParOf" srcId="{AB52B3CC-6563-466D-BFC3-9B6B5AFA0881}" destId="{BA182AD5-B3CD-4715-83B3-985648105DAB}" srcOrd="5" destOrd="0" presId="urn:microsoft.com/office/officeart/2016/7/layout/RoundedRectangleTimeline"/>
    <dgm:cxn modelId="{FEF0E88F-6B5B-428D-8E76-89BDE420FCCD}" type="presParOf" srcId="{AB52B3CC-6563-466D-BFC3-9B6B5AFA0881}" destId="{B42E32F9-B08A-458B-8ECD-E5D5295C5D94}" srcOrd="6" destOrd="0" presId="urn:microsoft.com/office/officeart/2016/7/layout/RoundedRectangleTimeline"/>
    <dgm:cxn modelId="{F9F8DCB6-524B-4E45-98DD-9D7853190762}" type="presParOf" srcId="{B42E32F9-B08A-458B-8ECD-E5D5295C5D94}" destId="{E0C898A3-FFA5-456F-A420-6E30AF4B83F1}" srcOrd="0" destOrd="0" presId="urn:microsoft.com/office/officeart/2016/7/layout/RoundedRectangleTimeline"/>
    <dgm:cxn modelId="{E4E3A5EB-E3C2-4FAE-860E-0081AFAA1C3E}" type="presParOf" srcId="{B42E32F9-B08A-458B-8ECD-E5D5295C5D94}" destId="{8F0706C7-94C2-4AB0-9263-5EEAAD776ED3}" srcOrd="1" destOrd="0" presId="urn:microsoft.com/office/officeart/2016/7/layout/RoundedRectangleTimeline"/>
    <dgm:cxn modelId="{FA8183CC-D271-4BEA-93A9-8B6BA6621544}" type="presParOf" srcId="{B42E32F9-B08A-458B-8ECD-E5D5295C5D94}" destId="{5090CD61-57F4-4A94-BC74-3C8C78EEF20D}" srcOrd="2" destOrd="0" presId="urn:microsoft.com/office/officeart/2016/7/layout/RoundedRectangleTimeline"/>
    <dgm:cxn modelId="{23D99279-BF3D-48BC-8BAB-E8CB1D7794C4}" type="presParOf" srcId="{B42E32F9-B08A-458B-8ECD-E5D5295C5D94}" destId="{98A10344-25B2-4BDC-98A3-23EC5A3E13BD}" srcOrd="3" destOrd="0" presId="urn:microsoft.com/office/officeart/2016/7/layout/RoundedRectangleTimeline"/>
    <dgm:cxn modelId="{26E7DF2E-94C3-4CDC-9F55-E59ECD2F5334}" type="presParOf" srcId="{B42E32F9-B08A-458B-8ECD-E5D5295C5D94}" destId="{2459E4E0-712E-4C06-9540-FB357454B0B1}" srcOrd="4" destOrd="0" presId="urn:microsoft.com/office/officeart/2016/7/layout/RoundedRectangleTimeline"/>
    <dgm:cxn modelId="{FF0D61AF-70A4-49C2-B931-70282B96539A}" type="presParOf" srcId="{AB52B3CC-6563-466D-BFC3-9B6B5AFA0881}" destId="{BFC0B042-3236-4795-9DB7-E30AF4FBD456}" srcOrd="7" destOrd="0" presId="urn:microsoft.com/office/officeart/2016/7/layout/RoundedRectangleTimeline"/>
    <dgm:cxn modelId="{9142D544-EC92-4C6C-B376-62391E56968A}" type="presParOf" srcId="{AB52B3CC-6563-466D-BFC3-9B6B5AFA0881}" destId="{09789B04-920B-4CD4-B847-F8A92745E93A}" srcOrd="8" destOrd="0" presId="urn:microsoft.com/office/officeart/2016/7/layout/RoundedRectangleTimeline"/>
    <dgm:cxn modelId="{FBDFC646-5366-4643-A976-EED1B064E9EB}" type="presParOf" srcId="{09789B04-920B-4CD4-B847-F8A92745E93A}" destId="{3C1DCCE9-A903-4373-BCE7-8C58E905D79C}" srcOrd="0" destOrd="0" presId="urn:microsoft.com/office/officeart/2016/7/layout/RoundedRectangleTimeline"/>
    <dgm:cxn modelId="{14A6B217-5646-409F-BEBE-3A52D5524E2D}" type="presParOf" srcId="{09789B04-920B-4CD4-B847-F8A92745E93A}" destId="{DC95AD73-AB18-496B-B1F5-91A0550F4B15}" srcOrd="1" destOrd="0" presId="urn:microsoft.com/office/officeart/2016/7/layout/RoundedRectangleTimeline"/>
    <dgm:cxn modelId="{A0DA2388-4359-4710-AD65-529A2E3B8D45}" type="presParOf" srcId="{09789B04-920B-4CD4-B847-F8A92745E93A}" destId="{1A2791AA-2DD9-4E46-A0A5-7C1B8C3536C6}" srcOrd="2" destOrd="0" presId="urn:microsoft.com/office/officeart/2016/7/layout/RoundedRectangleTimeline"/>
    <dgm:cxn modelId="{A625A35A-6F32-437B-BA75-A43508080070}" type="presParOf" srcId="{09789B04-920B-4CD4-B847-F8A92745E93A}" destId="{0EDAB714-CB5A-4C46-B2B0-909F571E94B1}" srcOrd="3" destOrd="0" presId="urn:microsoft.com/office/officeart/2016/7/layout/RoundedRectangleTimeline"/>
    <dgm:cxn modelId="{A374BEEA-6208-4E03-B434-5164F39FC2C2}" type="presParOf" srcId="{09789B04-920B-4CD4-B847-F8A92745E93A}" destId="{5253F72E-AD63-4F6C-8006-2971EEE8DBCF}" srcOrd="4" destOrd="0" presId="urn:microsoft.com/office/officeart/2016/7/layout/RoundedRectangleTimeline"/>
    <dgm:cxn modelId="{34C7442A-9CB3-40CD-BD0F-32CE58B51B23}" type="presParOf" srcId="{AB52B3CC-6563-466D-BFC3-9B6B5AFA0881}" destId="{1F587489-1688-4626-B225-8D1B3E3F9A2B}" srcOrd="9" destOrd="0" presId="urn:microsoft.com/office/officeart/2016/7/layout/RoundedRectangleTimeline"/>
    <dgm:cxn modelId="{BB5BF1E7-C1C3-4706-8160-74607411E51B}" type="presParOf" srcId="{AB52B3CC-6563-466D-BFC3-9B6B5AFA0881}" destId="{8D905061-B54E-4D93-B57D-5228F69F9F1C}" srcOrd="10" destOrd="0" presId="urn:microsoft.com/office/officeart/2016/7/layout/RoundedRectangleTimeline"/>
    <dgm:cxn modelId="{928D486C-E9DB-4651-B7A4-DE4C2E55D9E5}" type="presParOf" srcId="{8D905061-B54E-4D93-B57D-5228F69F9F1C}" destId="{159F2258-7E56-4C25-9B92-9FED6D017FA6}" srcOrd="0" destOrd="0" presId="urn:microsoft.com/office/officeart/2016/7/layout/RoundedRectangleTimeline"/>
    <dgm:cxn modelId="{21B47D19-DCA5-4F68-AF55-59F891F09D2D}" type="presParOf" srcId="{8D905061-B54E-4D93-B57D-5228F69F9F1C}" destId="{77D93033-17FE-4AFA-9EF1-14A4DB8EAC75}" srcOrd="1" destOrd="0" presId="urn:microsoft.com/office/officeart/2016/7/layout/RoundedRectangleTimeline"/>
    <dgm:cxn modelId="{58BFABD4-401B-415B-AC58-98B60F87593B}" type="presParOf" srcId="{8D905061-B54E-4D93-B57D-5228F69F9F1C}" destId="{88565B6A-DC6A-4FE3-AA18-39E65FB94B1D}" srcOrd="2" destOrd="0" presId="urn:microsoft.com/office/officeart/2016/7/layout/RoundedRectangleTimeline"/>
    <dgm:cxn modelId="{09486827-7A45-43A1-A921-A7FDD4DAF089}" type="presParOf" srcId="{8D905061-B54E-4D93-B57D-5228F69F9F1C}" destId="{89EB82D7-7323-410C-8B29-0331B14D7045}" srcOrd="3" destOrd="0" presId="urn:microsoft.com/office/officeart/2016/7/layout/RoundedRectangleTimeline"/>
    <dgm:cxn modelId="{C4563225-A564-49C6-9E40-5448FFA088C8}" type="presParOf" srcId="{8D905061-B54E-4D93-B57D-5228F69F9F1C}" destId="{AEF230A9-6E42-4F89-AE37-6C93F5649D4D}" srcOrd="4" destOrd="0" presId="urn:microsoft.com/office/officeart/2016/7/layout/RoundedRectangleTimeline"/>
    <dgm:cxn modelId="{F1B8481C-26C6-4309-B348-D9ABD3D50200}" type="presParOf" srcId="{AB52B3CC-6563-466D-BFC3-9B6B5AFA0881}" destId="{6DDA6601-3328-487E-A81C-7741E09B9709}" srcOrd="11" destOrd="0" presId="urn:microsoft.com/office/officeart/2016/7/layout/RoundedRectangleTimeline"/>
    <dgm:cxn modelId="{E46F8FB7-239E-4207-9CDA-A8255BA3C1D0}" type="presParOf" srcId="{AB52B3CC-6563-466D-BFC3-9B6B5AFA0881}" destId="{DB37B035-429B-4B21-8B32-854307E97F8D}" srcOrd="12" destOrd="0" presId="urn:microsoft.com/office/officeart/2016/7/layout/RoundedRectangleTimeline"/>
    <dgm:cxn modelId="{F3E0EF0A-545B-4A93-87A3-5E17A860EEEF}" type="presParOf" srcId="{DB37B035-429B-4B21-8B32-854307E97F8D}" destId="{9F56B024-A4F0-40C3-B455-01828DEF5073}" srcOrd="0" destOrd="0" presId="urn:microsoft.com/office/officeart/2016/7/layout/RoundedRectangleTimeline"/>
    <dgm:cxn modelId="{8CCFFBD9-B753-498D-A856-7A0C562C37D1}" type="presParOf" srcId="{DB37B035-429B-4B21-8B32-854307E97F8D}" destId="{AA6233C5-C739-4E27-94C0-A768BD2F6504}" srcOrd="1" destOrd="0" presId="urn:microsoft.com/office/officeart/2016/7/layout/RoundedRectangleTimeline"/>
    <dgm:cxn modelId="{E8CB663D-8485-48BF-AF89-24E23B15484E}" type="presParOf" srcId="{DB37B035-429B-4B21-8B32-854307E97F8D}" destId="{9B617210-E52E-4440-B755-D7AA0A3FD1A3}" srcOrd="2" destOrd="0" presId="urn:microsoft.com/office/officeart/2016/7/layout/RoundedRectangleTimeline"/>
    <dgm:cxn modelId="{0D11AB94-2024-4A93-8B0E-756CBF63A23B}" type="presParOf" srcId="{DB37B035-429B-4B21-8B32-854307E97F8D}" destId="{B47CE5B3-F7B6-422D-A8E8-F6EEE0F25688}" srcOrd="3" destOrd="0" presId="urn:microsoft.com/office/officeart/2016/7/layout/RoundedRectangleTimeline"/>
    <dgm:cxn modelId="{D2C9B4B0-04AF-454F-A7C3-508A8893F5E3}" type="presParOf" srcId="{DB37B035-429B-4B21-8B32-854307E97F8D}" destId="{6AA2F413-1653-49BE-AD04-F2F81151A438}" srcOrd="4" destOrd="0" presId="urn:microsoft.com/office/officeart/2016/7/layout/RoundedRectangleTimeline"/>
    <dgm:cxn modelId="{77B403C3-595D-47D7-A5DA-E834C522D9AC}" type="presParOf" srcId="{AB52B3CC-6563-466D-BFC3-9B6B5AFA0881}" destId="{AB384D81-E718-4480-9C86-58DB9C665B89}" srcOrd="13" destOrd="0" presId="urn:microsoft.com/office/officeart/2016/7/layout/RoundedRectangleTimeline"/>
    <dgm:cxn modelId="{F53139AC-C637-4D03-810D-51BC3D4F69A7}" type="presParOf" srcId="{AB52B3CC-6563-466D-BFC3-9B6B5AFA0881}" destId="{2E716773-9A97-4C61-AB39-B5C304619A5A}" srcOrd="14" destOrd="0" presId="urn:microsoft.com/office/officeart/2016/7/layout/RoundedRectangleTimeline"/>
    <dgm:cxn modelId="{E170E150-32D6-42E2-A5B1-D94516620288}" type="presParOf" srcId="{2E716773-9A97-4C61-AB39-B5C304619A5A}" destId="{E0A69AA6-81E5-4612-AD6F-FD6B3E5247D7}" srcOrd="0" destOrd="0" presId="urn:microsoft.com/office/officeart/2016/7/layout/RoundedRectangleTimeline"/>
    <dgm:cxn modelId="{71DDDC8D-0E1F-45C8-A293-AEB5416618A0}" type="presParOf" srcId="{2E716773-9A97-4C61-AB39-B5C304619A5A}" destId="{1967262C-6623-42BA-9333-3B617AB5E224}" srcOrd="1" destOrd="0" presId="urn:microsoft.com/office/officeart/2016/7/layout/RoundedRectangleTimeline"/>
    <dgm:cxn modelId="{CBCFF98F-8B6E-47D5-BB99-6D6857A1F910}" type="presParOf" srcId="{2E716773-9A97-4C61-AB39-B5C304619A5A}" destId="{B4C88043-DEF5-4FCE-8901-D660D395AAF5}" srcOrd="2" destOrd="0" presId="urn:microsoft.com/office/officeart/2016/7/layout/RoundedRectangleTimeline"/>
    <dgm:cxn modelId="{78BA7349-D9F3-49D3-AAEF-D679EB95E5AD}" type="presParOf" srcId="{2E716773-9A97-4C61-AB39-B5C304619A5A}" destId="{7CBDA154-0A56-4B83-9D0E-8E5D0F53FF8B}" srcOrd="3" destOrd="0" presId="urn:microsoft.com/office/officeart/2016/7/layout/RoundedRectangleTimeline"/>
    <dgm:cxn modelId="{CF63AEB8-276F-4021-9C9C-5D1E4E02223F}" type="presParOf" srcId="{2E716773-9A97-4C61-AB39-B5C304619A5A}" destId="{9ED42CA7-B9CE-4D27-8406-77992744B6B3}"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995381" y="1109773"/>
          <a:ext cx="362507" cy="1405532"/>
        </a:xfrm>
        <a:prstGeom prst="round2SameRect">
          <a:avLst/>
        </a:prstGeom>
        <a:solidFill>
          <a:schemeClr val="accent1">
            <a:shade val="80000"/>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2006-2010</a:t>
          </a:r>
        </a:p>
      </dsp:txBody>
      <dsp:txXfrm rot="5400000">
        <a:off x="491565" y="1648981"/>
        <a:ext cx="1387836" cy="327115"/>
      </dsp:txXfrm>
    </dsp:sp>
    <dsp:sp modelId="{5A1B764B-0DC5-47CD-BDEA-9E67799496EC}">
      <dsp:nvSpPr>
        <dsp:cNvPr id="0" name=""/>
        <dsp:cNvSpPr/>
      </dsp:nvSpPr>
      <dsp:spPr>
        <a:xfrm>
          <a:off x="5357" y="0"/>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06680" numCol="1" spcCol="1270" anchor="b" anchorCtr="1">
          <a:noAutofit/>
        </a:bodyPr>
        <a:lstStyle/>
        <a:p>
          <a:pPr marL="0" lvl="0" indent="0" algn="ctr" defTabSz="622300">
            <a:lnSpc>
              <a:spcPct val="90000"/>
            </a:lnSpc>
            <a:spcBef>
              <a:spcPct val="0"/>
            </a:spcBef>
            <a:spcAft>
              <a:spcPct val="35000"/>
            </a:spcAft>
            <a:buNone/>
          </a:pPr>
          <a:r>
            <a:rPr lang="en-US" sz="1400" b="1" kern="1200" noProof="0">
              <a:solidFill>
                <a:prstClr val="black">
                  <a:hueOff val="0"/>
                  <a:satOff val="0"/>
                  <a:lumOff val="0"/>
                  <a:alphaOff val="0"/>
                </a:prstClr>
              </a:solidFill>
              <a:latin typeface="Calibri" panose="020F0502020204030204"/>
              <a:ea typeface="+mn-ea"/>
              <a:cs typeface="+mn-cs"/>
            </a:rPr>
            <a:t>BSc Agronomy (UFPR)</a:t>
          </a:r>
        </a:p>
      </dsp:txBody>
      <dsp:txXfrm>
        <a:off x="5357" y="0"/>
        <a:ext cx="2342554" cy="1268777"/>
      </dsp:txXfrm>
    </dsp:sp>
    <dsp:sp modelId="{122B38A3-0442-4747-820C-1F37877E2B0E}">
      <dsp:nvSpPr>
        <dsp:cNvPr id="0" name=""/>
        <dsp:cNvSpPr/>
      </dsp:nvSpPr>
      <dsp:spPr>
        <a:xfrm>
          <a:off x="1176635" y="1341279"/>
          <a:ext cx="0" cy="290006"/>
        </a:xfrm>
        <a:prstGeom prst="line">
          <a:avLst/>
        </a:prstGeom>
        <a:noFill/>
        <a:ln w="12700" cap="rnd" cmpd="sng" algn="ctr">
          <a:solidFill>
            <a:schemeClr val="accent1">
              <a:shade val="90000"/>
              <a:hueOff val="93466"/>
              <a:satOff val="1924"/>
              <a:lumOff val="8231"/>
              <a:alphaOff val="0"/>
            </a:schemeClr>
          </a:solidFill>
          <a:prstDash val="dash"/>
          <a:miter lim="800000"/>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1140384" y="1268777"/>
          <a:ext cx="72501" cy="72501"/>
        </a:xfrm>
        <a:prstGeom prst="ellips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9B452-E06E-492C-9D8F-A886E6B5509B}">
      <dsp:nvSpPr>
        <dsp:cNvPr id="0" name=""/>
        <dsp:cNvSpPr/>
      </dsp:nvSpPr>
      <dsp:spPr>
        <a:xfrm>
          <a:off x="1879401" y="1631285"/>
          <a:ext cx="1405532" cy="362507"/>
        </a:xfrm>
        <a:prstGeom prst="rect">
          <a:avLst/>
        </a:prstGeom>
        <a:solidFill>
          <a:schemeClr val="accent1">
            <a:shade val="80000"/>
            <a:hueOff val="49898"/>
            <a:satOff val="-894"/>
            <a:lumOff val="3798"/>
            <a:alphaOff val="0"/>
          </a:schemeClr>
        </a:solidFill>
        <a:ln w="12700" cap="flat" cmpd="sng" algn="ctr">
          <a:solidFill>
            <a:schemeClr val="accent1">
              <a:shade val="80000"/>
              <a:hueOff val="49898"/>
              <a:satOff val="-894"/>
              <a:lumOff val="37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2012</a:t>
          </a:r>
        </a:p>
      </dsp:txBody>
      <dsp:txXfrm>
        <a:off x="1879401" y="1631285"/>
        <a:ext cx="1405532" cy="362507"/>
      </dsp:txXfrm>
    </dsp:sp>
    <dsp:sp modelId="{1D4D9B2C-E8CB-4C68-8521-A47DA8EE68E2}">
      <dsp:nvSpPr>
        <dsp:cNvPr id="0" name=""/>
        <dsp:cNvSpPr/>
      </dsp:nvSpPr>
      <dsp:spPr>
        <a:xfrm>
          <a:off x="1410890" y="2356301"/>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6680" rIns="0" bIns="0" numCol="1" spcCol="1270" anchor="t" anchorCtr="1">
          <a:noAutofit/>
        </a:bodyPr>
        <a:lstStyle/>
        <a:p>
          <a:pPr marL="0" lvl="0" indent="0" algn="ctr" defTabSz="622300">
            <a:lnSpc>
              <a:spcPct val="90000"/>
            </a:lnSpc>
            <a:spcBef>
              <a:spcPct val="0"/>
            </a:spcBef>
            <a:spcAft>
              <a:spcPct val="35000"/>
            </a:spcAft>
            <a:buNone/>
          </a:pPr>
          <a:r>
            <a:rPr lang="en-US" sz="1400" b="1" kern="1200" noProof="0"/>
            <a:t>Started as Agronomic Data Specialist at Corteva</a:t>
          </a:r>
        </a:p>
      </dsp:txBody>
      <dsp:txXfrm>
        <a:off x="1410890" y="2356301"/>
        <a:ext cx="2342554" cy="1268777"/>
      </dsp:txXfrm>
    </dsp:sp>
    <dsp:sp modelId="{BF08E6BE-C200-490E-8EB5-E85D0624C8CA}">
      <dsp:nvSpPr>
        <dsp:cNvPr id="0" name=""/>
        <dsp:cNvSpPr/>
      </dsp:nvSpPr>
      <dsp:spPr>
        <a:xfrm>
          <a:off x="2582167" y="1993793"/>
          <a:ext cx="0" cy="290006"/>
        </a:xfrm>
        <a:prstGeom prst="line">
          <a:avLst/>
        </a:prstGeom>
        <a:noFill/>
        <a:ln w="12700" cap="rnd" cmpd="sng" algn="ctr">
          <a:solidFill>
            <a:schemeClr val="accent1">
              <a:shade val="90000"/>
              <a:hueOff val="81129"/>
              <a:satOff val="-1564"/>
              <a:lumOff val="5113"/>
              <a:alphaOff val="0"/>
            </a:schemeClr>
          </a:solidFill>
          <a:prstDash val="dash"/>
          <a:miter lim="800000"/>
        </a:ln>
        <a:effectLst/>
      </dsp:spPr>
      <dsp:style>
        <a:lnRef idx="1">
          <a:scrgbClr r="0" g="0" b="0"/>
        </a:lnRef>
        <a:fillRef idx="0">
          <a:scrgbClr r="0" g="0" b="0"/>
        </a:fillRef>
        <a:effectRef idx="0">
          <a:scrgbClr r="0" g="0" b="0"/>
        </a:effectRef>
        <a:fontRef idx="minor"/>
      </dsp:style>
    </dsp:sp>
    <dsp:sp modelId="{44F13D31-C658-4E1A-B733-259FC8891A4A}">
      <dsp:nvSpPr>
        <dsp:cNvPr id="0" name=""/>
        <dsp:cNvSpPr/>
      </dsp:nvSpPr>
      <dsp:spPr>
        <a:xfrm>
          <a:off x="2545917" y="2283799"/>
          <a:ext cx="72501" cy="72501"/>
        </a:xfrm>
        <a:prstGeom prst="ellipse">
          <a:avLst/>
        </a:prstGeom>
        <a:solidFill>
          <a:schemeClr val="accent1">
            <a:shade val="80000"/>
            <a:hueOff val="49898"/>
            <a:satOff val="-894"/>
            <a:lumOff val="37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a:off x="3284934" y="1631285"/>
          <a:ext cx="1405532" cy="362507"/>
        </a:xfrm>
        <a:prstGeom prst="rect">
          <a:avLst/>
        </a:prstGeom>
        <a:solidFill>
          <a:schemeClr val="accent1">
            <a:shade val="80000"/>
            <a:hueOff val="99795"/>
            <a:satOff val="-1787"/>
            <a:lumOff val="7596"/>
            <a:alphaOff val="0"/>
          </a:schemeClr>
        </a:solidFill>
        <a:ln w="12700" cap="flat" cmpd="sng" algn="ctr">
          <a:solidFill>
            <a:schemeClr val="accent1">
              <a:shade val="80000"/>
              <a:hueOff val="99795"/>
              <a:satOff val="-1787"/>
              <a:lumOff val="75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2013</a:t>
          </a:r>
        </a:p>
      </dsp:txBody>
      <dsp:txXfrm>
        <a:off x="3284934" y="1631285"/>
        <a:ext cx="1405532" cy="362507"/>
      </dsp:txXfrm>
    </dsp:sp>
    <dsp:sp modelId="{B4723E2A-4FF1-452A-BD25-8EC364F15A6F}">
      <dsp:nvSpPr>
        <dsp:cNvPr id="0" name=""/>
        <dsp:cNvSpPr/>
      </dsp:nvSpPr>
      <dsp:spPr>
        <a:xfrm>
          <a:off x="2816423" y="0"/>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06680" numCol="1" spcCol="1270" anchor="b" anchorCtr="1">
          <a:noAutofit/>
        </a:bodyPr>
        <a:lstStyle/>
        <a:p>
          <a:pPr marL="0" lvl="0" indent="0" algn="ctr" defTabSz="622300">
            <a:lnSpc>
              <a:spcPct val="90000"/>
            </a:lnSpc>
            <a:spcBef>
              <a:spcPct val="0"/>
            </a:spcBef>
            <a:spcAft>
              <a:spcPct val="35000"/>
            </a:spcAft>
            <a:buNone/>
          </a:pPr>
          <a:r>
            <a:rPr lang="en-US" sz="1400" b="1" kern="1200" noProof="0">
              <a:solidFill>
                <a:prstClr val="black">
                  <a:hueOff val="0"/>
                  <a:satOff val="0"/>
                  <a:lumOff val="0"/>
                  <a:alphaOff val="0"/>
                </a:prstClr>
              </a:solidFill>
              <a:latin typeface="Calibri" panose="020F0502020204030204"/>
              <a:ea typeface="+mn-ea"/>
              <a:cs typeface="+mn-cs"/>
            </a:rPr>
            <a:t>Started Master Degree (UFSM)</a:t>
          </a:r>
        </a:p>
      </dsp:txBody>
      <dsp:txXfrm>
        <a:off x="2816423" y="0"/>
        <a:ext cx="2342554" cy="1268777"/>
      </dsp:txXfrm>
    </dsp:sp>
    <dsp:sp modelId="{440E9361-37D2-4157-AF38-7B49AD23708B}">
      <dsp:nvSpPr>
        <dsp:cNvPr id="0" name=""/>
        <dsp:cNvSpPr/>
      </dsp:nvSpPr>
      <dsp:spPr>
        <a:xfrm>
          <a:off x="3987700" y="1341279"/>
          <a:ext cx="0" cy="290006"/>
        </a:xfrm>
        <a:prstGeom prst="line">
          <a:avLst/>
        </a:prstGeom>
        <a:noFill/>
        <a:ln w="12700" cap="rnd" cmpd="sng" algn="ctr">
          <a:solidFill>
            <a:schemeClr val="accent1">
              <a:shade val="90000"/>
              <a:hueOff val="186931"/>
              <a:satOff val="3848"/>
              <a:lumOff val="16461"/>
              <a:alphaOff val="0"/>
            </a:schemeClr>
          </a:solidFill>
          <a:prstDash val="dash"/>
          <a:miter lim="800000"/>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3951449" y="1268777"/>
          <a:ext cx="72501" cy="72501"/>
        </a:xfrm>
        <a:prstGeom prst="ellipse">
          <a:avLst/>
        </a:prstGeom>
        <a:solidFill>
          <a:schemeClr val="accent1">
            <a:shade val="80000"/>
            <a:hueOff val="99795"/>
            <a:satOff val="-1787"/>
            <a:lumOff val="75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898A3-FFA5-456F-A420-6E30AF4B83F1}">
      <dsp:nvSpPr>
        <dsp:cNvPr id="0" name=""/>
        <dsp:cNvSpPr/>
      </dsp:nvSpPr>
      <dsp:spPr>
        <a:xfrm>
          <a:off x="4690467" y="1631285"/>
          <a:ext cx="1405532" cy="362507"/>
        </a:xfrm>
        <a:prstGeom prst="rect">
          <a:avLst/>
        </a:prstGeom>
        <a:solidFill>
          <a:schemeClr val="accent1">
            <a:shade val="80000"/>
            <a:hueOff val="149693"/>
            <a:satOff val="-2681"/>
            <a:lumOff val="11394"/>
            <a:alphaOff val="0"/>
          </a:schemeClr>
        </a:solidFill>
        <a:ln w="12700" cap="flat" cmpd="sng" algn="ctr">
          <a:solidFill>
            <a:schemeClr val="accent1">
              <a:shade val="80000"/>
              <a:hueOff val="149693"/>
              <a:satOff val="-2681"/>
              <a:lumOff val="113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2015</a:t>
          </a:r>
        </a:p>
      </dsp:txBody>
      <dsp:txXfrm>
        <a:off x="4690467" y="1631285"/>
        <a:ext cx="1405532" cy="362507"/>
      </dsp:txXfrm>
    </dsp:sp>
    <dsp:sp modelId="{8F0706C7-94C2-4AB0-9263-5EEAAD776ED3}">
      <dsp:nvSpPr>
        <dsp:cNvPr id="0" name=""/>
        <dsp:cNvSpPr/>
      </dsp:nvSpPr>
      <dsp:spPr>
        <a:xfrm>
          <a:off x="4221956" y="2356301"/>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6680" rIns="0" bIns="0" numCol="1" spcCol="1270" anchor="t"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1" kern="1200" noProof="0">
              <a:solidFill>
                <a:prstClr val="black"/>
              </a:solidFill>
              <a:latin typeface="Franklin Gothic Book" panose="020B0502020104020203"/>
              <a:ea typeface="+mn-ea"/>
              <a:cs typeface="+mn-cs"/>
            </a:rPr>
            <a:t>Finished Master</a:t>
          </a:r>
        </a:p>
        <a:p>
          <a:pPr marL="0" lvl="0" indent="0" algn="ctr" defTabSz="622300">
            <a:lnSpc>
              <a:spcPct val="90000"/>
            </a:lnSpc>
            <a:spcBef>
              <a:spcPct val="0"/>
            </a:spcBef>
            <a:spcAft>
              <a:spcPct val="35000"/>
            </a:spcAft>
            <a:buFont typeface="Arial" panose="020B0604020202020204" pitchFamily="34" charset="0"/>
            <a:buNone/>
          </a:pPr>
          <a:r>
            <a:rPr lang="en-US" sz="1400" b="1" kern="1200" noProof="0">
              <a:solidFill>
                <a:prstClr val="black"/>
              </a:solidFill>
              <a:latin typeface="Franklin Gothic Book" panose="020B0502020104020203"/>
              <a:ea typeface="+mn-ea"/>
              <a:cs typeface="+mn-cs"/>
            </a:rPr>
            <a:t>Started as Breeder Assistant at Corteva</a:t>
          </a:r>
        </a:p>
      </dsp:txBody>
      <dsp:txXfrm>
        <a:off x="4221956" y="2356301"/>
        <a:ext cx="2342554" cy="1268777"/>
      </dsp:txXfrm>
    </dsp:sp>
    <dsp:sp modelId="{5090CD61-57F4-4A94-BC74-3C8C78EEF20D}">
      <dsp:nvSpPr>
        <dsp:cNvPr id="0" name=""/>
        <dsp:cNvSpPr/>
      </dsp:nvSpPr>
      <dsp:spPr>
        <a:xfrm>
          <a:off x="5393233" y="1993793"/>
          <a:ext cx="0" cy="290006"/>
        </a:xfrm>
        <a:prstGeom prst="line">
          <a:avLst/>
        </a:prstGeom>
        <a:noFill/>
        <a:ln w="12700" cap="rnd" cmpd="sng" algn="ctr">
          <a:solidFill>
            <a:schemeClr val="accent1">
              <a:shade val="90000"/>
              <a:hueOff val="162259"/>
              <a:satOff val="-3128"/>
              <a:lumOff val="10227"/>
              <a:alphaOff val="0"/>
            </a:schemeClr>
          </a:solidFill>
          <a:prstDash val="dash"/>
          <a:miter lim="800000"/>
        </a:ln>
        <a:effectLst/>
      </dsp:spPr>
      <dsp:style>
        <a:lnRef idx="1">
          <a:scrgbClr r="0" g="0" b="0"/>
        </a:lnRef>
        <a:fillRef idx="0">
          <a:scrgbClr r="0" g="0" b="0"/>
        </a:fillRef>
        <a:effectRef idx="0">
          <a:scrgbClr r="0" g="0" b="0"/>
        </a:effectRef>
        <a:fontRef idx="minor"/>
      </dsp:style>
    </dsp:sp>
    <dsp:sp modelId="{98A10344-25B2-4BDC-98A3-23EC5A3E13BD}">
      <dsp:nvSpPr>
        <dsp:cNvPr id="0" name=""/>
        <dsp:cNvSpPr/>
      </dsp:nvSpPr>
      <dsp:spPr>
        <a:xfrm>
          <a:off x="5356982" y="2283799"/>
          <a:ext cx="72501" cy="72501"/>
        </a:xfrm>
        <a:prstGeom prst="ellipse">
          <a:avLst/>
        </a:prstGeom>
        <a:solidFill>
          <a:schemeClr val="accent1">
            <a:shade val="80000"/>
            <a:hueOff val="149693"/>
            <a:satOff val="-2681"/>
            <a:lumOff val="113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1DCCE9-A903-4373-BCE7-8C58E905D79C}">
      <dsp:nvSpPr>
        <dsp:cNvPr id="0" name=""/>
        <dsp:cNvSpPr/>
      </dsp:nvSpPr>
      <dsp:spPr>
        <a:xfrm>
          <a:off x="6096000" y="1631285"/>
          <a:ext cx="1405532" cy="362507"/>
        </a:xfrm>
        <a:prstGeom prst="rect">
          <a:avLst/>
        </a:prstGeom>
        <a:solidFill>
          <a:schemeClr val="accent1">
            <a:shade val="80000"/>
            <a:hueOff val="199590"/>
            <a:satOff val="-3575"/>
            <a:lumOff val="15191"/>
            <a:alphaOff val="0"/>
          </a:schemeClr>
        </a:solidFill>
        <a:ln w="12700" cap="flat" cmpd="sng" algn="ctr">
          <a:solidFill>
            <a:schemeClr val="accent1">
              <a:shade val="80000"/>
              <a:hueOff val="199590"/>
              <a:satOff val="-3575"/>
              <a:lumOff val="151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2017-2018</a:t>
          </a:r>
        </a:p>
      </dsp:txBody>
      <dsp:txXfrm>
        <a:off x="6096000" y="1631285"/>
        <a:ext cx="1405532" cy="362507"/>
      </dsp:txXfrm>
    </dsp:sp>
    <dsp:sp modelId="{DC95AD73-AB18-496B-B1F5-91A0550F4B15}">
      <dsp:nvSpPr>
        <dsp:cNvPr id="0" name=""/>
        <dsp:cNvSpPr/>
      </dsp:nvSpPr>
      <dsp:spPr>
        <a:xfrm>
          <a:off x="5627489" y="0"/>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06680" numCol="1" spcCol="1270" anchor="b" anchorCtr="1">
          <a:noAutofit/>
        </a:bodyPr>
        <a:lstStyle/>
        <a:p>
          <a:pPr marL="0" lvl="0" indent="0" algn="ctr" defTabSz="622300">
            <a:lnSpc>
              <a:spcPct val="90000"/>
            </a:lnSpc>
            <a:spcBef>
              <a:spcPct val="0"/>
            </a:spcBef>
            <a:spcAft>
              <a:spcPct val="35000"/>
            </a:spcAft>
            <a:buNone/>
          </a:pPr>
          <a:r>
            <a:rPr lang="en-US" sz="1400" b="1" kern="1200" noProof="0" dirty="0">
              <a:solidFill>
                <a:prstClr val="black">
                  <a:hueOff val="0"/>
                  <a:satOff val="0"/>
                  <a:lumOff val="0"/>
                  <a:alphaOff val="0"/>
                </a:prstClr>
              </a:solidFill>
              <a:latin typeface="Calibri" panose="020F0502020204030204"/>
              <a:ea typeface="+mn-ea"/>
              <a:cs typeface="+mn-cs"/>
            </a:rPr>
            <a:t>Started PhD (</a:t>
          </a:r>
          <a:r>
            <a:rPr lang="en-US" sz="1400" b="1" kern="1200" noProof="0" dirty="0" err="1">
              <a:solidFill>
                <a:prstClr val="black">
                  <a:hueOff val="0"/>
                  <a:satOff val="0"/>
                  <a:lumOff val="0"/>
                  <a:alphaOff val="0"/>
                </a:prstClr>
              </a:solidFill>
              <a:latin typeface="Calibri" panose="020F0502020204030204"/>
              <a:ea typeface="+mn-ea"/>
              <a:cs typeface="+mn-cs"/>
            </a:rPr>
            <a:t>Unicentro</a:t>
          </a:r>
          <a:r>
            <a:rPr lang="en-US" sz="1400" b="1" kern="1200" noProof="0" dirty="0">
              <a:solidFill>
                <a:prstClr val="black">
                  <a:hueOff val="0"/>
                  <a:satOff val="0"/>
                  <a:lumOff val="0"/>
                  <a:alphaOff val="0"/>
                </a:prstClr>
              </a:solidFill>
              <a:latin typeface="Calibri" panose="020F0502020204030204"/>
              <a:ea typeface="+mn-ea"/>
              <a:cs typeface="+mn-cs"/>
            </a:rPr>
            <a:t>) </a:t>
          </a:r>
        </a:p>
        <a:p>
          <a:pPr marL="0" lvl="0" indent="0" algn="ctr" defTabSz="622300">
            <a:lnSpc>
              <a:spcPct val="90000"/>
            </a:lnSpc>
            <a:spcBef>
              <a:spcPct val="0"/>
            </a:spcBef>
            <a:spcAft>
              <a:spcPct val="35000"/>
            </a:spcAft>
            <a:buNone/>
          </a:pPr>
          <a:r>
            <a:rPr lang="en-US" sz="1400" b="1" kern="1200" noProof="0" dirty="0"/>
            <a:t>Intensive use of genomic prediction</a:t>
          </a:r>
        </a:p>
      </dsp:txBody>
      <dsp:txXfrm>
        <a:off x="5627489" y="0"/>
        <a:ext cx="2342554" cy="1268777"/>
      </dsp:txXfrm>
    </dsp:sp>
    <dsp:sp modelId="{1A2791AA-2DD9-4E46-A0A5-7C1B8C3536C6}">
      <dsp:nvSpPr>
        <dsp:cNvPr id="0" name=""/>
        <dsp:cNvSpPr/>
      </dsp:nvSpPr>
      <dsp:spPr>
        <a:xfrm>
          <a:off x="6798766" y="1341279"/>
          <a:ext cx="0" cy="290006"/>
        </a:xfrm>
        <a:prstGeom prst="line">
          <a:avLst/>
        </a:prstGeom>
        <a:noFill/>
        <a:ln w="12700" cap="rnd" cmpd="sng" algn="ctr">
          <a:solidFill>
            <a:schemeClr val="accent1">
              <a:shade val="90000"/>
              <a:hueOff val="202823"/>
              <a:satOff val="-3910"/>
              <a:lumOff val="12784"/>
              <a:alphaOff val="0"/>
            </a:schemeClr>
          </a:solidFill>
          <a:prstDash val="dash"/>
          <a:miter lim="800000"/>
        </a:ln>
        <a:effectLst/>
      </dsp:spPr>
      <dsp:style>
        <a:lnRef idx="1">
          <a:scrgbClr r="0" g="0" b="0"/>
        </a:lnRef>
        <a:fillRef idx="0">
          <a:scrgbClr r="0" g="0" b="0"/>
        </a:fillRef>
        <a:effectRef idx="0">
          <a:scrgbClr r="0" g="0" b="0"/>
        </a:effectRef>
        <a:fontRef idx="minor"/>
      </dsp:style>
    </dsp:sp>
    <dsp:sp modelId="{0EDAB714-CB5A-4C46-B2B0-909F571E94B1}">
      <dsp:nvSpPr>
        <dsp:cNvPr id="0" name=""/>
        <dsp:cNvSpPr/>
      </dsp:nvSpPr>
      <dsp:spPr>
        <a:xfrm>
          <a:off x="6762515" y="1268777"/>
          <a:ext cx="72501" cy="72501"/>
        </a:xfrm>
        <a:prstGeom prst="ellipse">
          <a:avLst/>
        </a:prstGeom>
        <a:solidFill>
          <a:schemeClr val="accent1">
            <a:shade val="80000"/>
            <a:hueOff val="199590"/>
            <a:satOff val="-3575"/>
            <a:lumOff val="151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9F2258-7E56-4C25-9B92-9FED6D017FA6}">
      <dsp:nvSpPr>
        <dsp:cNvPr id="0" name=""/>
        <dsp:cNvSpPr/>
      </dsp:nvSpPr>
      <dsp:spPr>
        <a:xfrm>
          <a:off x="7501532" y="1631285"/>
          <a:ext cx="1405532" cy="362507"/>
        </a:xfrm>
        <a:prstGeom prst="rect">
          <a:avLst/>
        </a:prstGeom>
        <a:solidFill>
          <a:schemeClr val="accent1">
            <a:shade val="80000"/>
            <a:hueOff val="249488"/>
            <a:satOff val="-4469"/>
            <a:lumOff val="18989"/>
            <a:alphaOff val="0"/>
          </a:schemeClr>
        </a:solidFill>
        <a:ln w="12700" cap="flat" cmpd="sng" algn="ctr">
          <a:solidFill>
            <a:schemeClr val="accent1">
              <a:shade val="80000"/>
              <a:hueOff val="249488"/>
              <a:satOff val="-4469"/>
              <a:lumOff val="189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en-US" sz="1400" b="1" kern="1200" noProof="0"/>
            <a:t>2019-2021</a:t>
          </a:r>
        </a:p>
      </dsp:txBody>
      <dsp:txXfrm>
        <a:off x="7501532" y="1631285"/>
        <a:ext cx="1405532" cy="362507"/>
      </dsp:txXfrm>
    </dsp:sp>
    <dsp:sp modelId="{77D93033-17FE-4AFA-9EF1-14A4DB8EAC75}">
      <dsp:nvSpPr>
        <dsp:cNvPr id="0" name=""/>
        <dsp:cNvSpPr/>
      </dsp:nvSpPr>
      <dsp:spPr>
        <a:xfrm>
          <a:off x="7033021" y="2356301"/>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6680" rIns="0" bIns="0" numCol="1" spcCol="1270" anchor="t" anchorCtr="1">
          <a:noAutofit/>
        </a:bodyPr>
        <a:lstStyle/>
        <a:p>
          <a:pPr marL="0" lvl="0" indent="0" algn="ctr" defTabSz="622300">
            <a:lnSpc>
              <a:spcPct val="90000"/>
            </a:lnSpc>
            <a:spcBef>
              <a:spcPct val="0"/>
            </a:spcBef>
            <a:spcAft>
              <a:spcPct val="35000"/>
            </a:spcAft>
            <a:buNone/>
          </a:pPr>
          <a:r>
            <a:rPr lang="en-US" sz="1400" b="1" kern="1200" noProof="0">
              <a:solidFill>
                <a:prstClr val="black">
                  <a:hueOff val="0"/>
                  <a:satOff val="0"/>
                  <a:lumOff val="0"/>
                  <a:alphaOff val="0"/>
                </a:prstClr>
              </a:solidFill>
              <a:latin typeface="Franklin Gothic Book" panose="020B0502020104020203"/>
              <a:ea typeface="+mn-ea"/>
              <a:cs typeface="+mn-cs"/>
            </a:rPr>
            <a:t>Started as Breeder position</a:t>
          </a:r>
        </a:p>
        <a:p>
          <a:pPr marL="0" lvl="0" indent="0" algn="ctr" defTabSz="622300">
            <a:lnSpc>
              <a:spcPct val="90000"/>
            </a:lnSpc>
            <a:spcBef>
              <a:spcPct val="0"/>
            </a:spcBef>
            <a:spcAft>
              <a:spcPct val="35000"/>
            </a:spcAft>
            <a:buNone/>
          </a:pPr>
          <a:r>
            <a:rPr lang="en-US" sz="1400" b="1" kern="1200" noProof="0">
              <a:solidFill>
                <a:prstClr val="black">
                  <a:hueOff val="0"/>
                  <a:satOff val="0"/>
                  <a:lumOff val="0"/>
                  <a:alphaOff val="0"/>
                </a:prstClr>
              </a:solidFill>
              <a:latin typeface="Franklin Gothic Book" panose="020B0502020104020203"/>
              <a:ea typeface="+mn-ea"/>
              <a:cs typeface="+mn-cs"/>
            </a:rPr>
            <a:t>Finished Ph.D.</a:t>
          </a:r>
        </a:p>
        <a:p>
          <a:pPr marL="0" lvl="0" indent="0" algn="ctr" defTabSz="622300">
            <a:lnSpc>
              <a:spcPct val="90000"/>
            </a:lnSpc>
            <a:spcBef>
              <a:spcPct val="0"/>
            </a:spcBef>
            <a:spcAft>
              <a:spcPct val="35000"/>
            </a:spcAft>
            <a:buNone/>
          </a:pPr>
          <a:r>
            <a:rPr lang="en-US" sz="1400" b="1" kern="1200" noProof="0">
              <a:solidFill>
                <a:prstClr val="black">
                  <a:hueOff val="0"/>
                  <a:satOff val="0"/>
                  <a:lumOff val="0"/>
                  <a:alphaOff val="0"/>
                </a:prstClr>
              </a:solidFill>
              <a:latin typeface="Franklin Gothic Book" panose="020B0502020104020203"/>
              <a:ea typeface="+mn-ea"/>
              <a:cs typeface="+mn-cs"/>
            </a:rPr>
            <a:t>Applied ML in other areas</a:t>
          </a:r>
        </a:p>
      </dsp:txBody>
      <dsp:txXfrm>
        <a:off x="7033021" y="2356301"/>
        <a:ext cx="2342554" cy="1268777"/>
      </dsp:txXfrm>
    </dsp:sp>
    <dsp:sp modelId="{88565B6A-DC6A-4FE3-AA18-39E65FB94B1D}">
      <dsp:nvSpPr>
        <dsp:cNvPr id="0" name=""/>
        <dsp:cNvSpPr/>
      </dsp:nvSpPr>
      <dsp:spPr>
        <a:xfrm>
          <a:off x="8204299" y="1993793"/>
          <a:ext cx="0" cy="290006"/>
        </a:xfrm>
        <a:prstGeom prst="line">
          <a:avLst/>
        </a:prstGeom>
        <a:noFill/>
        <a:ln w="12700" cap="rnd" cmpd="sng" algn="ctr">
          <a:solidFill>
            <a:schemeClr val="accent1">
              <a:shade val="90000"/>
              <a:hueOff val="243388"/>
              <a:satOff val="-4692"/>
              <a:lumOff val="15340"/>
              <a:alphaOff val="0"/>
            </a:schemeClr>
          </a:solidFill>
          <a:prstDash val="dash"/>
          <a:miter lim="800000"/>
        </a:ln>
        <a:effectLst/>
      </dsp:spPr>
      <dsp:style>
        <a:lnRef idx="1">
          <a:scrgbClr r="0" g="0" b="0"/>
        </a:lnRef>
        <a:fillRef idx="0">
          <a:scrgbClr r="0" g="0" b="0"/>
        </a:fillRef>
        <a:effectRef idx="0">
          <a:scrgbClr r="0" g="0" b="0"/>
        </a:effectRef>
        <a:fontRef idx="minor"/>
      </dsp:style>
    </dsp:sp>
    <dsp:sp modelId="{89EB82D7-7323-410C-8B29-0331B14D7045}">
      <dsp:nvSpPr>
        <dsp:cNvPr id="0" name=""/>
        <dsp:cNvSpPr/>
      </dsp:nvSpPr>
      <dsp:spPr>
        <a:xfrm>
          <a:off x="8168048" y="2283799"/>
          <a:ext cx="72501" cy="72501"/>
        </a:xfrm>
        <a:prstGeom prst="ellipse">
          <a:avLst/>
        </a:prstGeom>
        <a:solidFill>
          <a:schemeClr val="accent1">
            <a:shade val="80000"/>
            <a:hueOff val="249488"/>
            <a:satOff val="-4469"/>
            <a:lumOff val="189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6B024-A4F0-40C3-B455-01828DEF5073}">
      <dsp:nvSpPr>
        <dsp:cNvPr id="0" name=""/>
        <dsp:cNvSpPr/>
      </dsp:nvSpPr>
      <dsp:spPr>
        <a:xfrm>
          <a:off x="8907065" y="1631285"/>
          <a:ext cx="1405532" cy="362507"/>
        </a:xfrm>
        <a:prstGeom prst="rect">
          <a:avLst/>
        </a:prstGeom>
        <a:solidFill>
          <a:schemeClr val="accent1">
            <a:shade val="80000"/>
            <a:hueOff val="299385"/>
            <a:satOff val="-5362"/>
            <a:lumOff val="22787"/>
            <a:alphaOff val="0"/>
          </a:schemeClr>
        </a:solidFill>
        <a:ln w="12700" cap="flat" cmpd="sng" algn="ctr">
          <a:solidFill>
            <a:schemeClr val="accent1">
              <a:shade val="80000"/>
              <a:hueOff val="299385"/>
              <a:satOff val="-5362"/>
              <a:lumOff val="227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pt-BR" sz="1400" b="1" kern="1200"/>
            <a:t>2022</a:t>
          </a:r>
        </a:p>
      </dsp:txBody>
      <dsp:txXfrm>
        <a:off x="8907065" y="1631285"/>
        <a:ext cx="1405532" cy="362507"/>
      </dsp:txXfrm>
    </dsp:sp>
    <dsp:sp modelId="{AA6233C5-C739-4E27-94C0-A768BD2F6504}">
      <dsp:nvSpPr>
        <dsp:cNvPr id="0" name=""/>
        <dsp:cNvSpPr/>
      </dsp:nvSpPr>
      <dsp:spPr>
        <a:xfrm>
          <a:off x="8438554" y="0"/>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106680" numCol="1" spcCol="1270" anchor="b" anchorCtr="1">
          <a:noAutofit/>
        </a:bodyPr>
        <a:lstStyle/>
        <a:p>
          <a:pPr marL="0" lvl="0" indent="0" algn="ctr" defTabSz="622300">
            <a:lnSpc>
              <a:spcPct val="90000"/>
            </a:lnSpc>
            <a:spcBef>
              <a:spcPct val="0"/>
            </a:spcBef>
            <a:spcAft>
              <a:spcPct val="35000"/>
            </a:spcAft>
            <a:buNone/>
          </a:pPr>
          <a:r>
            <a:rPr lang="en-US" sz="1400" b="1" kern="1200" noProof="0"/>
            <a:t>Started Research Station Manager at Nutrien</a:t>
          </a:r>
        </a:p>
      </dsp:txBody>
      <dsp:txXfrm>
        <a:off x="8438554" y="0"/>
        <a:ext cx="2342554" cy="1268777"/>
      </dsp:txXfrm>
    </dsp:sp>
    <dsp:sp modelId="{9B617210-E52E-4440-B755-D7AA0A3FD1A3}">
      <dsp:nvSpPr>
        <dsp:cNvPr id="0" name=""/>
        <dsp:cNvSpPr/>
      </dsp:nvSpPr>
      <dsp:spPr>
        <a:xfrm>
          <a:off x="9609832" y="1341279"/>
          <a:ext cx="0" cy="290006"/>
        </a:xfrm>
        <a:prstGeom prst="line">
          <a:avLst/>
        </a:prstGeom>
        <a:noFill/>
        <a:ln w="12700" cap="rnd" cmpd="sng" algn="ctr">
          <a:solidFill>
            <a:schemeClr val="accent1">
              <a:shade val="90000"/>
              <a:hueOff val="446212"/>
              <a:satOff val="-8602"/>
              <a:lumOff val="28124"/>
              <a:alphaOff val="0"/>
            </a:schemeClr>
          </a:solidFill>
          <a:prstDash val="dash"/>
          <a:miter lim="800000"/>
        </a:ln>
        <a:effectLst/>
      </dsp:spPr>
      <dsp:style>
        <a:lnRef idx="1">
          <a:scrgbClr r="0" g="0" b="0"/>
        </a:lnRef>
        <a:fillRef idx="0">
          <a:scrgbClr r="0" g="0" b="0"/>
        </a:fillRef>
        <a:effectRef idx="0">
          <a:scrgbClr r="0" g="0" b="0"/>
        </a:effectRef>
        <a:fontRef idx="minor"/>
      </dsp:style>
    </dsp:sp>
    <dsp:sp modelId="{B47CE5B3-F7B6-422D-A8E8-F6EEE0F25688}">
      <dsp:nvSpPr>
        <dsp:cNvPr id="0" name=""/>
        <dsp:cNvSpPr/>
      </dsp:nvSpPr>
      <dsp:spPr>
        <a:xfrm>
          <a:off x="9573581" y="1268777"/>
          <a:ext cx="72501" cy="72501"/>
        </a:xfrm>
        <a:prstGeom prst="ellipse">
          <a:avLst/>
        </a:prstGeom>
        <a:solidFill>
          <a:schemeClr val="accent1">
            <a:shade val="80000"/>
            <a:hueOff val="299385"/>
            <a:satOff val="-5362"/>
            <a:lumOff val="227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A69AA6-81E5-4612-AD6F-FD6B3E5247D7}">
      <dsp:nvSpPr>
        <dsp:cNvPr id="0" name=""/>
        <dsp:cNvSpPr/>
      </dsp:nvSpPr>
      <dsp:spPr>
        <a:xfrm rot="5400000">
          <a:off x="10834110" y="1109773"/>
          <a:ext cx="362507" cy="1405532"/>
        </a:xfrm>
        <a:prstGeom prst="round2SameRect">
          <a:avLst/>
        </a:prstGeom>
        <a:solidFill>
          <a:schemeClr val="accent1">
            <a:shade val="80000"/>
            <a:hueOff val="349283"/>
            <a:satOff val="-6256"/>
            <a:lumOff val="26585"/>
            <a:alphaOff val="0"/>
          </a:scheme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1">
          <a:noAutofit/>
        </a:bodyPr>
        <a:lstStyle/>
        <a:p>
          <a:pPr marL="0" lvl="0" indent="0" algn="ctr" defTabSz="622300">
            <a:lnSpc>
              <a:spcPct val="90000"/>
            </a:lnSpc>
            <a:spcBef>
              <a:spcPct val="0"/>
            </a:spcBef>
            <a:spcAft>
              <a:spcPct val="35000"/>
            </a:spcAft>
            <a:buNone/>
          </a:pPr>
          <a:r>
            <a:rPr lang="pt-BR" sz="1400" b="1" kern="1200"/>
            <a:t>2023-Courrent</a:t>
          </a:r>
        </a:p>
      </dsp:txBody>
      <dsp:txXfrm rot="-5400000">
        <a:off x="10312598" y="1648981"/>
        <a:ext cx="1387836" cy="327115"/>
      </dsp:txXfrm>
    </dsp:sp>
    <dsp:sp modelId="{1967262C-6623-42BA-9333-3B617AB5E224}">
      <dsp:nvSpPr>
        <dsp:cNvPr id="0" name=""/>
        <dsp:cNvSpPr/>
      </dsp:nvSpPr>
      <dsp:spPr>
        <a:xfrm>
          <a:off x="9844087" y="2356301"/>
          <a:ext cx="2342554" cy="1268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6680" rIns="0" bIns="0" numCol="1" spcCol="1270" anchor="t" anchorCtr="1">
          <a:noAutofit/>
        </a:bodyPr>
        <a:lstStyle/>
        <a:p>
          <a:pPr marL="0" lvl="0" indent="0" algn="ctr" defTabSz="622300">
            <a:lnSpc>
              <a:spcPct val="90000"/>
            </a:lnSpc>
            <a:spcBef>
              <a:spcPct val="0"/>
            </a:spcBef>
            <a:spcAft>
              <a:spcPct val="35000"/>
            </a:spcAft>
            <a:buNone/>
          </a:pPr>
          <a:r>
            <a:rPr lang="en-US" sz="1400" b="1" kern="1200" noProof="0"/>
            <a:t>Product development breeder for Sweet Corn and Onion Bayer</a:t>
          </a:r>
        </a:p>
      </dsp:txBody>
      <dsp:txXfrm>
        <a:off x="9844087" y="2356301"/>
        <a:ext cx="2342554" cy="1268777"/>
      </dsp:txXfrm>
    </dsp:sp>
    <dsp:sp modelId="{B4C88043-DEF5-4FCE-8901-D660D395AAF5}">
      <dsp:nvSpPr>
        <dsp:cNvPr id="0" name=""/>
        <dsp:cNvSpPr/>
      </dsp:nvSpPr>
      <dsp:spPr>
        <a:xfrm>
          <a:off x="11015364" y="1993793"/>
          <a:ext cx="0" cy="290006"/>
        </a:xfrm>
        <a:prstGeom prst="line">
          <a:avLst/>
        </a:prstGeom>
        <a:noFill/>
        <a:ln w="6350" cap="flat" cmpd="sng" algn="ctr">
          <a:solidFill>
            <a:schemeClr val="accent1">
              <a:shade val="90000"/>
              <a:hueOff val="349225"/>
              <a:satOff val="-5981"/>
              <a:lumOff val="23960"/>
              <a:alphaOff val="0"/>
            </a:schemeClr>
          </a:solidFill>
          <a:prstDash val="dash"/>
          <a:miter lim="800000"/>
        </a:ln>
        <a:effectLst/>
      </dsp:spPr>
      <dsp:style>
        <a:lnRef idx="1">
          <a:scrgbClr r="0" g="0" b="0"/>
        </a:lnRef>
        <a:fillRef idx="0">
          <a:scrgbClr r="0" g="0" b="0"/>
        </a:fillRef>
        <a:effectRef idx="0">
          <a:scrgbClr r="0" g="0" b="0"/>
        </a:effectRef>
        <a:fontRef idx="minor"/>
      </dsp:style>
    </dsp:sp>
    <dsp:sp modelId="{7CBDA154-0A56-4B83-9D0E-8E5D0F53FF8B}">
      <dsp:nvSpPr>
        <dsp:cNvPr id="0" name=""/>
        <dsp:cNvSpPr/>
      </dsp:nvSpPr>
      <dsp:spPr>
        <a:xfrm>
          <a:off x="10979114" y="2283799"/>
          <a:ext cx="72501" cy="72501"/>
        </a:xfrm>
        <a:prstGeom prst="ellipse">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1AA1DD-759B-45B1-AFEB-78EB01D9D944}" type="datetimeFigureOut">
              <a:rPr lang="es-AR" smtClean="0"/>
              <a:t>30/10/2026</a:t>
            </a:fld>
            <a:endParaRPr lang="es-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44675-D763-49AE-90C2-01474B77E645}" type="slidenum">
              <a:rPr lang="es-AR" smtClean="0"/>
              <a:t>‹nº›</a:t>
            </a:fld>
            <a:endParaRPr lang="es-AR"/>
          </a:p>
        </p:txBody>
      </p:sp>
    </p:spTree>
    <p:extLst>
      <p:ext uri="{BB962C8B-B14F-4D97-AF65-F5344CB8AC3E}">
        <p14:creationId xmlns:p14="http://schemas.microsoft.com/office/powerpoint/2010/main" val="201584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887C1F2-ED02-4AF7-A9F1-870AC6A68F82}" type="slidenum">
              <a:rPr lang="en-US" smtClean="0"/>
              <a:t>1</a:t>
            </a:fld>
            <a:endParaRPr lang="en-US"/>
          </a:p>
        </p:txBody>
      </p:sp>
    </p:spTree>
    <p:extLst>
      <p:ext uri="{BB962C8B-B14F-4D97-AF65-F5344CB8AC3E}">
        <p14:creationId xmlns:p14="http://schemas.microsoft.com/office/powerpoint/2010/main" val="3675402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emf"/><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F4F65E-8320-EE17-3F30-CF7B2950AC78}"/>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54365041-43F5-4A58-C60D-106305F808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9F0943DB-A983-9FC2-E084-BA0257E8EAC1}"/>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494811B8-6A5E-E92E-3162-6C15092E6FC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242504F-E051-8064-2890-C59E56BE7AE9}"/>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96194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721D93-03F9-C310-9A6B-767993C8D5A8}"/>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1EEF27BF-A104-2743-28DB-E42A392B3FA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A15946E7-4EFD-7A93-F7E4-CABBDF008A0F}"/>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64F68442-08CC-038A-1DAE-87E3064FC4F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58F63DD-B256-932D-9ACC-31952C2A05EB}"/>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94760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BBDA3-317D-1C69-645F-FAD84581DC85}"/>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042FBC40-525C-0581-E38B-FF50413CA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7946EF1-439B-FDB5-D9EE-1E3992D02E2C}"/>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82341A99-0D1A-EF86-580B-9D45CD92BE8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0253867-FBEB-F9B3-18EC-8E42AD4A800C}"/>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4031918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D829A7-1CA7-87F0-C202-6C22870D116D}"/>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69F40D3B-A5CE-3D66-951B-65C0149532F0}"/>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57BA555C-8A6A-3CF9-8BF9-2AE7F6D836C1}"/>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9FAE8BB0-583E-8A5B-9B1D-AC97285BAD86}"/>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6" name="Marcador de pie de página 5">
            <a:extLst>
              <a:ext uri="{FF2B5EF4-FFF2-40B4-BE49-F238E27FC236}">
                <a16:creationId xmlns:a16="http://schemas.microsoft.com/office/drawing/2014/main" id="{76D6AD6C-5863-E5C0-8126-60A2DFF895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DAB0C3-F7EC-67B1-FDC7-AABE917C0153}"/>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130227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47381B-7448-6977-3DD1-509EC9D42143}"/>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B39E0F9-7812-6872-4505-1ADD862D29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BBE16BD1-5F87-2036-E764-573B2AB0117B}"/>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63E65CAC-706A-6659-92EB-CFE50B8FB3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0D75FE7C-57BA-AB94-DE8D-4D775774059F}"/>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16D3CAEA-C93E-5BEE-FA35-0781435EECA8}"/>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8" name="Marcador de pie de página 7">
            <a:extLst>
              <a:ext uri="{FF2B5EF4-FFF2-40B4-BE49-F238E27FC236}">
                <a16:creationId xmlns:a16="http://schemas.microsoft.com/office/drawing/2014/main" id="{9CD4D581-CF94-9397-E357-D74FFE2A0AD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9F2631F-A9D7-AFA5-260A-36FE554F88ED}"/>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788559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55521-4858-C52E-7D47-8FD957BF9B1D}"/>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89EDAD7D-A823-95DB-B587-30A73CA6DA9E}"/>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4" name="Marcador de pie de página 3">
            <a:extLst>
              <a:ext uri="{FF2B5EF4-FFF2-40B4-BE49-F238E27FC236}">
                <a16:creationId xmlns:a16="http://schemas.microsoft.com/office/drawing/2014/main" id="{756BAEBB-A903-BDB9-3377-F942C18AC18A}"/>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61E0024-CEA5-64A8-7647-637AD92A99CB}"/>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3349197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27213E2-32A9-B5C9-3267-CE49680665E9}"/>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3" name="Marcador de pie de página 2">
            <a:extLst>
              <a:ext uri="{FF2B5EF4-FFF2-40B4-BE49-F238E27FC236}">
                <a16:creationId xmlns:a16="http://schemas.microsoft.com/office/drawing/2014/main" id="{8F0E4C5D-C4C3-ADA8-BC29-A6667E339E2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8F40295-CFE5-507A-3457-881068F11C23}"/>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3023793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826245-CDCC-DC6A-5DAB-CCD5898874C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841B1EAF-67E2-A5E2-D858-30BF94D443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D3F94D88-556B-EC7D-5346-A860BB973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DDABEAE-B4CB-1E2D-2C58-2DB7C60DA150}"/>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6" name="Marcador de pie de página 5">
            <a:extLst>
              <a:ext uri="{FF2B5EF4-FFF2-40B4-BE49-F238E27FC236}">
                <a16:creationId xmlns:a16="http://schemas.microsoft.com/office/drawing/2014/main" id="{93D1BC45-F6FF-FFA6-A7C3-1E23271865E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17D4A3-D12E-3943-1A7A-6CAE9795CB26}"/>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726983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C4E9B9-BDAF-3376-24EA-3DAF1FEDFA0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DC531FB5-220D-5F77-93A2-12070FE8F8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738F146D-FAB3-332F-6888-3712F6ED0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0DF7461E-C8D1-3EAC-61DC-8ECADB09927A}"/>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6" name="Marcador de pie de página 5">
            <a:extLst>
              <a:ext uri="{FF2B5EF4-FFF2-40B4-BE49-F238E27FC236}">
                <a16:creationId xmlns:a16="http://schemas.microsoft.com/office/drawing/2014/main" id="{A1BEBBCB-C925-F0BC-D409-EA07BE15BB1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8F68CA3-6844-F749-4A15-DC76BEB68BF9}"/>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1154342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141AF9-D658-253D-DE95-613215B4B192}"/>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1E4695E6-BC7C-F7C1-3745-BAC123A32C06}"/>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C2B38B74-B760-025A-24F7-609DFB1628E2}"/>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0C0DADA8-70C2-4B4D-7836-562286EA39B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180023C-AA52-F200-EC74-A09B5CBF5710}"/>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3453427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C3C5651-AACE-DFB3-7538-23A5A311A470}"/>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AA4981CF-41CA-DEEE-DA0C-D6A84E7A10BE}"/>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04BDA43D-2FAE-4475-1BFB-23DF4AB58B11}"/>
              </a:ext>
            </a:extLst>
          </p:cNvPr>
          <p:cNvSpPr>
            <a:spLocks noGrp="1"/>
          </p:cNvSpPr>
          <p:nvPr>
            <p:ph type="dt" sz="half" idx="10"/>
          </p:nvPr>
        </p:nvSpPr>
        <p:spPr/>
        <p:txBody>
          <a:body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19C94B98-F54A-C9DD-A6BB-91571BDCBAE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D3B80B-7F9B-50DA-35BA-7D887CABEC4D}"/>
              </a:ext>
            </a:extLst>
          </p:cNvPr>
          <p:cNvSpPr>
            <a:spLocks noGrp="1"/>
          </p:cNvSpPr>
          <p:nvPr>
            <p:ph type="sldNum" sz="quarter" idx="12"/>
          </p:nvPr>
        </p:nvSpPr>
        <p:spPr/>
        <p:txBody>
          <a:bodyPr/>
          <a:lstStyle/>
          <a:p>
            <a:fld id="{C1C60C78-3927-B643-B5DB-00526262D8FB}" type="slidenum">
              <a:rPr lang="es-CO" smtClean="0"/>
              <a:t>‹nº›</a:t>
            </a:fld>
            <a:endParaRPr lang="es-CO"/>
          </a:p>
        </p:txBody>
      </p:sp>
    </p:spTree>
    <p:extLst>
      <p:ext uri="{BB962C8B-B14F-4D97-AF65-F5344CB8AC3E}">
        <p14:creationId xmlns:p14="http://schemas.microsoft.com/office/powerpoint/2010/main" val="1474464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color)">
    <p:spTree>
      <p:nvGrpSpPr>
        <p:cNvPr id="1" name=""/>
        <p:cNvGrpSpPr/>
        <p:nvPr/>
      </p:nvGrpSpPr>
      <p:grpSpPr>
        <a:xfrm>
          <a:off x="0" y="0"/>
          <a:ext cx="0" cy="0"/>
          <a:chOff x="0" y="0"/>
          <a:chExt cx="0" cy="0"/>
        </a:xfrm>
      </p:grpSpPr>
      <p:sp>
        <p:nvSpPr>
          <p:cNvPr id="8" name="Subtitle 2"/>
          <p:cNvSpPr>
            <a:spLocks noGrp="1"/>
          </p:cNvSpPr>
          <p:nvPr>
            <p:ph type="subTitle" idx="13"/>
          </p:nvPr>
        </p:nvSpPr>
        <p:spPr bwMode="gray">
          <a:xfrm>
            <a:off x="981949" y="1138299"/>
            <a:ext cx="10799866" cy="252000"/>
          </a:xfrm>
        </p:spPr>
        <p:txBody>
          <a:bodyPr anchor="t"/>
          <a:lstStyle>
            <a:lvl1pPr marL="0" indent="0" algn="l">
              <a:buNone/>
              <a:defRPr sz="1800">
                <a:solidFill>
                  <a:schemeClr val="accent1"/>
                </a:solidFill>
              </a:defRPr>
            </a:lvl1pPr>
            <a:lvl2pPr marL="0" indent="0" algn="l">
              <a:buNone/>
              <a:defRPr sz="1800">
                <a:solidFill>
                  <a:schemeClr val="accent1"/>
                </a:solidFill>
              </a:defRPr>
            </a:lvl2pPr>
            <a:lvl3pPr marL="0" indent="0" algn="l">
              <a:buNone/>
              <a:defRPr sz="1800">
                <a:solidFill>
                  <a:schemeClr val="accent1"/>
                </a:solidFill>
              </a:defRPr>
            </a:lvl3pPr>
            <a:lvl4pPr marL="0" indent="0" algn="l">
              <a:buNone/>
              <a:defRPr sz="1800">
                <a:solidFill>
                  <a:schemeClr val="accent1"/>
                </a:solidFill>
              </a:defRPr>
            </a:lvl4pPr>
            <a:lvl5pPr marL="0" indent="0" algn="l">
              <a:buNone/>
              <a:defRPr sz="1800">
                <a:solidFill>
                  <a:schemeClr val="accent1"/>
                </a:solidFill>
              </a:defRPr>
            </a:lvl5pPr>
            <a:lvl6pPr marL="0" indent="0" algn="l">
              <a:buNone/>
              <a:defRPr sz="1800">
                <a:solidFill>
                  <a:schemeClr val="accent1"/>
                </a:solidFill>
              </a:defRPr>
            </a:lvl6pPr>
            <a:lvl7pPr marL="0" indent="0" algn="l">
              <a:buNone/>
              <a:defRPr sz="1800">
                <a:solidFill>
                  <a:schemeClr val="accent1"/>
                </a:solidFill>
              </a:defRPr>
            </a:lvl7pPr>
            <a:lvl8pPr marL="0" indent="0" algn="l">
              <a:buNone/>
              <a:defRPr sz="1800">
                <a:solidFill>
                  <a:schemeClr val="accent1"/>
                </a:solidFill>
              </a:defRPr>
            </a:lvl8pPr>
            <a:lvl9pPr marL="0" indent="0" algn="l">
              <a:buNone/>
              <a:defRPr sz="1800">
                <a:solidFill>
                  <a:schemeClr val="accent1"/>
                </a:solidFill>
              </a:defRPr>
            </a:lvl9pPr>
          </a:lstStyle>
          <a:p>
            <a:pPr lvl="0"/>
            <a:r>
              <a:rPr lang="en-US"/>
              <a:t>Click to edit Master subtitle style</a:t>
            </a:r>
          </a:p>
        </p:txBody>
      </p:sp>
      <p:sp>
        <p:nvSpPr>
          <p:cNvPr id="2" name="Title 1"/>
          <p:cNvSpPr>
            <a:spLocks noGrp="1"/>
          </p:cNvSpPr>
          <p:nvPr>
            <p:ph type="title"/>
          </p:nvPr>
        </p:nvSpPr>
        <p:spPr bwMode="gray">
          <a:xfrm>
            <a:off x="981949" y="181938"/>
            <a:ext cx="10799866" cy="864000"/>
          </a:xfrm>
        </p:spPr>
        <p:txBody>
          <a:bodyPr/>
          <a:lstStyle/>
          <a:p>
            <a:r>
              <a:rPr lang="en-US"/>
              <a:t>Click to edit Master title style</a:t>
            </a:r>
          </a:p>
        </p:txBody>
      </p:sp>
      <p:sp>
        <p:nvSpPr>
          <p:cNvPr id="4" name="Date Placeholder 3"/>
          <p:cNvSpPr>
            <a:spLocks noGrp="1"/>
          </p:cNvSpPr>
          <p:nvPr>
            <p:ph type="dt" sz="half" idx="10"/>
          </p:nvPr>
        </p:nvSpPr>
        <p:spPr bwMode="gray"/>
        <p:txBody>
          <a:bodyPr/>
          <a:lstStyle/>
          <a:p>
            <a:fld id="{652A3E76-57E0-4C14-B2D1-F81636436D73}" type="datetime1">
              <a:rPr lang="en-US" smtClean="0"/>
              <a:t>10/30/2026</a:t>
            </a:fld>
            <a:endParaRPr lang="en-US"/>
          </a:p>
        </p:txBody>
      </p:sp>
      <p:sp>
        <p:nvSpPr>
          <p:cNvPr id="5" name="Footer Placeholder 4"/>
          <p:cNvSpPr>
            <a:spLocks noGrp="1"/>
          </p:cNvSpPr>
          <p:nvPr>
            <p:ph type="ftr" sz="quarter" idx="11"/>
          </p:nvPr>
        </p:nvSpPr>
        <p:spPr bwMode="gray"/>
        <p:txBody>
          <a:bodyPr/>
          <a:lstStyle/>
          <a:p>
            <a:r>
              <a:rPr lang="en-US"/>
              <a:t>Restricted</a:t>
            </a:r>
          </a:p>
        </p:txBody>
      </p:sp>
      <p:sp>
        <p:nvSpPr>
          <p:cNvPr id="6" name="Slide Number Placeholder 5"/>
          <p:cNvSpPr>
            <a:spLocks noGrp="1"/>
          </p:cNvSpPr>
          <p:nvPr>
            <p:ph type="sldNum" sz="quarter" idx="12"/>
          </p:nvPr>
        </p:nvSpPr>
        <p:spPr bwMode="gray"/>
        <p:txBody>
          <a:bodyPr/>
          <a:lstStyle/>
          <a:p>
            <a:fld id="{A40963A9-C631-4C9D-836C-AA30C9A2093D}" type="slidenum">
              <a:rPr lang="en-US" smtClean="0"/>
              <a:t>‹nº›</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gray">
          <a:xfrm>
            <a:off x="196130" y="617155"/>
            <a:ext cx="399652" cy="39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4631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bwMode="gray"/>
        <p:txBody>
          <a:bodyPr/>
          <a:lstStyle/>
          <a:p>
            <a:r>
              <a:rPr lang="en-US"/>
              <a:t>/// Bayer Template /// 2024</a:t>
            </a:r>
            <a:endParaRPr lang="en-US" dirty="0"/>
          </a:p>
        </p:txBody>
      </p:sp>
      <p:sp>
        <p:nvSpPr>
          <p:cNvPr id="6" name="Slide Number Placeholder 5"/>
          <p:cNvSpPr>
            <a:spLocks noGrp="1"/>
          </p:cNvSpPr>
          <p:nvPr>
            <p:ph type="sldNum" sz="quarter" idx="12"/>
          </p:nvPr>
        </p:nvSpPr>
        <p:spPr bwMode="gray"/>
        <p:txBody>
          <a:bodyPr/>
          <a:lstStyle/>
          <a:p>
            <a:fld id="{EEAD9179-7A6B-4268-BEB2-F3B8EB06115B}" type="slidenum">
              <a:rPr lang="en-US"/>
              <a:t>‹nº›</a:t>
            </a:fld>
            <a:endParaRPr lang="en-US"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gray">
          <a:xfrm>
            <a:off x="196130" y="617155"/>
            <a:ext cx="399652" cy="399600"/>
          </a:xfrm>
          <a:prstGeom prst="rect">
            <a:avLst/>
          </a:prstGeom>
          <a:noFill/>
          <a:extLst>
            <a:ext uri="{909E8E84-426E-40DD-AFC4-6F175D3DCCD1}">
              <a14:hiddenFill xmlns:a14="http://schemas.microsoft.com/office/drawing/2010/main">
                <a:solidFill>
                  <a:srgbClr val="FFFFFF"/>
                </a:solidFill>
              </a14:hiddenFill>
            </a:ext>
          </a:extLst>
        </p:spPr>
      </p:pic>
      <p:sp>
        <p:nvSpPr>
          <p:cNvPr id="10" name="Logoschutz" hidden="1"/>
          <p:cNvSpPr/>
          <p:nvPr userDrawn="1">
            <p:custDataLst>
              <p:tags r:id="rId1"/>
            </p:custDataLst>
          </p:nvPr>
        </p:nvSpPr>
        <p:spPr bwMode="gray">
          <a:xfrm>
            <a:off x="86017" y="509323"/>
            <a:ext cx="612080" cy="612000"/>
          </a:xfrm>
          <a:prstGeom prst="rect">
            <a:avLst/>
          </a:prstGeom>
          <a:solidFill>
            <a:srgbClr val="00BCFF">
              <a:alpha val="3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900" dirty="0">
                <a:solidFill>
                  <a:schemeClr val="tx1"/>
                </a:solidFill>
              </a:rPr>
              <a:t>Logo</a:t>
            </a:r>
          </a:p>
          <a:p>
            <a:pPr algn="ctr"/>
            <a:r>
              <a:rPr lang="de-DE" sz="900" dirty="0">
                <a:solidFill>
                  <a:schemeClr val="tx1"/>
                </a:solidFill>
              </a:rPr>
              <a:t>Schutz</a:t>
            </a:r>
          </a:p>
        </p:txBody>
      </p:sp>
      <p:pic>
        <p:nvPicPr>
          <p:cNvPr id="14" name="Picture 13">
            <a:extLst>
              <a:ext uri="{FF2B5EF4-FFF2-40B4-BE49-F238E27FC236}">
                <a16:creationId xmlns:a16="http://schemas.microsoft.com/office/drawing/2014/main" id="{E6983A67-7516-8C5A-66ED-F02D20C57168}"/>
              </a:ext>
            </a:extLst>
          </p:cNvPr>
          <p:cNvPicPr>
            <a:picLocks noChangeAspect="1"/>
          </p:cNvPicPr>
          <p:nvPr userDrawn="1"/>
        </p:nvPicPr>
        <p:blipFill>
          <a:blip r:embed="rId4"/>
          <a:stretch>
            <a:fillRect/>
          </a:stretch>
        </p:blipFill>
        <p:spPr>
          <a:xfrm>
            <a:off x="9734816" y="163250"/>
            <a:ext cx="2246693" cy="140400"/>
          </a:xfrm>
          <a:prstGeom prst="rect">
            <a:avLst/>
          </a:prstGeom>
        </p:spPr>
      </p:pic>
      <p:sp>
        <p:nvSpPr>
          <p:cNvPr id="2" name="Title 1">
            <a:extLst>
              <a:ext uri="{FF2B5EF4-FFF2-40B4-BE49-F238E27FC236}">
                <a16:creationId xmlns:a16="http://schemas.microsoft.com/office/drawing/2014/main" id="{3F640F38-817A-C59B-9537-98F103418C04}"/>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7915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extLst>
    <p:ext uri="{DCECCB84-F9BA-43D5-87BE-67443E8EF086}">
      <p15:sldGuideLst xmlns:p15="http://schemas.microsoft.com/office/powerpoint/2012/main">
        <p15:guide id="4" orient="horz" pos="4085">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0914E2F-641E-B6D7-5947-AC50D989B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808F3EF8-9FF9-63AD-124F-CF6B57D96D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A3994B34-D03B-09DF-1065-E38C37308F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734F37-2617-DD46-AA94-6E6D6F7F1B32}" type="datetimeFigureOut">
              <a:rPr lang="es-CO" smtClean="0"/>
              <a:t>30/10/2026</a:t>
            </a:fld>
            <a:endParaRPr lang="es-CO"/>
          </a:p>
        </p:txBody>
      </p:sp>
      <p:sp>
        <p:nvSpPr>
          <p:cNvPr id="5" name="Marcador de pie de página 4">
            <a:extLst>
              <a:ext uri="{FF2B5EF4-FFF2-40B4-BE49-F238E27FC236}">
                <a16:creationId xmlns:a16="http://schemas.microsoft.com/office/drawing/2014/main" id="{83375CFC-461F-81EA-8030-FAEEDEC3BF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DEFE0D5-4368-D06E-32BA-07CCE8263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60C78-3927-B643-B5DB-00526262D8FB}" type="slidenum">
              <a:rPr lang="es-CO" smtClean="0"/>
              <a:t>‹nº›</a:t>
            </a:fld>
            <a:endParaRPr lang="es-CO"/>
          </a:p>
        </p:txBody>
      </p:sp>
      <p:sp>
        <p:nvSpPr>
          <p:cNvPr id="8" name="CaixaDeTexto 7">
            <a:extLst>
              <a:ext uri="{FF2B5EF4-FFF2-40B4-BE49-F238E27FC236}">
                <a16:creationId xmlns:a16="http://schemas.microsoft.com/office/drawing/2014/main" id="{B4910720-AF16-05DA-A0CE-1FC002F82A41}"/>
              </a:ext>
            </a:extLst>
          </p:cNvPr>
          <p:cNvSpPr txBox="1"/>
          <p:nvPr>
            <p:extLst>
              <p:ext uri="{1162E1C5-73C7-4A58-AE30-91384D911F3F}">
                <p184:classification xmlns:p184="http://schemas.microsoft.com/office/powerpoint/2018/4/main" val="ftr"/>
              </p:ext>
            </p:extLst>
          </p:nvPr>
        </p:nvSpPr>
        <p:spPr>
          <a:xfrm>
            <a:off x="10821988" y="6522720"/>
            <a:ext cx="1433512" cy="335280"/>
          </a:xfrm>
          <a:prstGeom prst="rect">
            <a:avLst/>
          </a:prstGeom>
        </p:spPr>
        <p:txBody>
          <a:bodyPr horzOverflow="overflow" lIns="0" tIns="0" rIns="0" bIns="0">
            <a:spAutoFit/>
          </a:bodyPr>
          <a:lstStyle/>
          <a:p>
            <a:pPr algn="l"/>
            <a:r>
              <a:rPr lang="pt-BR" sz="2200">
                <a:solidFill>
                  <a:srgbClr val="FF8939"/>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386496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0" r:id="rId12"/>
    <p:sldLayoutId id="214748369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8" Type="http://schemas.openxmlformats.org/officeDocument/2006/relationships/image" Target="../media/image3.jpeg"/><Relationship Id="rId9" Type="http://schemas.openxmlformats.org/officeDocument/2006/relationships/image" Target="../media/image4.png"/><Relationship Id="rId10" Type="http://schemas.openxmlformats.org/officeDocument/2006/relationships/image" Target="../media/image5.jpeg"/><Relationship Id="rId11" Type="http://schemas.openxmlformats.org/officeDocument/2006/relationships/image" Target="../media/image6.png"/><Relationship Id="rId12" Type="http://schemas.openxmlformats.org/officeDocument/2006/relationships/image" Target="../media/image7.png"/><Relationship Id="rId13" Type="http://schemas.openxmlformats.org/officeDocument/2006/relationships/image" Target="../media/image8.png"/><Relationship Id="rId14" Type="http://schemas.openxmlformats.org/officeDocument/2006/relationships/image" Target="../media/image9.jpeg"/><Relationship Id="rId15" Type="http://schemas.openxmlformats.org/officeDocument/2006/relationships/image" Target="../media/image10.jpeg"/><Relationship Id="rId16" Type="http://schemas.openxmlformats.org/officeDocument/2006/relationships/image" Target="../media/image11.png"/><Relationship Id="rId17" Type="http://schemas.openxmlformats.org/officeDocument/2006/relationships/image" Target="../media/image12.png"/><Relationship Id="rId18" Type="http://schemas.openxmlformats.org/officeDocument/2006/relationships/hyperlink" Target="https://github.com/ederdbs" TargetMode="External"/><Relationship Id="rId19" Type="http://schemas.openxmlformats.org/officeDocument/2006/relationships/hyperlink" Target="https://www.linkedin.com/in/ederdbs/" TargetMode="External"/><Relationship Id="rId20" Type="http://schemas.openxmlformats.org/officeDocument/2006/relationships/hyperlink" Target="https://orcid.org/0000-0001-7121-0759" TargetMode="External"/><Relationship Id="rId21" Type="http://schemas.openxmlformats.org/officeDocument/2006/relationships/hyperlink" Target="mailto:ederdbs@gmail.com" TargetMode="External"/><Relationship Id="rId22" Type="http://schemas.openxmlformats.org/officeDocument/2006/relationships/hyperlink" Target="mailto:eder.silva@bay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3.xml"/><Relationship Id="rId3" Type="http://schemas.openxmlformats.org/officeDocument/2006/relationships/oleObject" Target="../embeddings/oleObject1.bin"/><Relationship Id="rId4" Type="http://schemas.openxmlformats.org/officeDocument/2006/relationships/image" Target="../media/image13.emf"/><Relationship Id="rId5" Type="http://schemas.openxmlformats.org/officeDocument/2006/relationships/image" Target="../media/image14.jpeg"/><Relationship Id="rId6" Type="http://schemas.openxmlformats.org/officeDocument/2006/relationships/image" Target="../media/image15.jpeg"/><Relationship Id="rId7" Type="http://schemas.openxmlformats.org/officeDocument/2006/relationships/image" Target="../media/image16.jpeg"/><Relationship Id="rId8" Type="http://schemas.openxmlformats.org/officeDocument/2006/relationships/image" Target="../media/image17.jpeg"/><Relationship Id="rId9" Type="http://schemas.openxmlformats.org/officeDocument/2006/relationships/image" Target="../media/image18.jpeg"/><Relationship Id="rId10" Type="http://schemas.openxmlformats.org/officeDocument/2006/relationships/image" Target="../media/image19.jpeg"/><Relationship Id="rId11" Type="http://schemas.openxmlformats.org/officeDocument/2006/relationships/image" Target="../media/image20.jpeg"/><Relationship Id="rId12" Type="http://schemas.openxmlformats.org/officeDocument/2006/relationships/image" Target="../media/image21.jpeg"/><Relationship Id="rId13" Type="http://schemas.openxmlformats.org/officeDocument/2006/relationships/image" Target="../media/image22.jpeg"/><Relationship Id="rId14" Type="http://schemas.openxmlformats.org/officeDocument/2006/relationships/image" Target="../media/image23.jpeg"/><Relationship Id="rId15" Type="http://schemas.openxmlformats.org/officeDocument/2006/relationships/image" Target="../media/image24.jpeg"/><Relationship Id="rId16" Type="http://schemas.openxmlformats.org/officeDocument/2006/relationships/image" Target="../media/image25.jpeg"/><Relationship Id="rId17" Type="http://schemas.openxmlformats.org/officeDocument/2006/relationships/image" Target="../media/image26.png"/><Relationship Id="rId18" Type="http://schemas.openxmlformats.org/officeDocument/2006/relationships/image" Target="../media/image27.jpeg"/><Relationship Id="rId19" Type="http://schemas.openxmlformats.org/officeDocument/2006/relationships/image" Target="../media/image28.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9BA6223B-4C9D-20BE-BADC-3D850B84A479}"/>
              </a:ext>
            </a:extLst>
          </p:cNvPr>
          <p:cNvSpPr txBox="1"/>
          <p:nvPr/>
        </p:nvSpPr>
        <p:spPr>
          <a:xfrm>
            <a:off x="0" y="503853"/>
            <a:ext cx="662473" cy="858416"/>
          </a:xfrm>
          <a:prstGeom prst="rect">
            <a:avLst/>
          </a:prstGeom>
          <a:solidFill>
            <a:schemeClr val="bg1"/>
          </a:solidFill>
        </p:spPr>
        <p:txBody>
          <a:bodyPr wrap="square" rtlCol="0">
            <a:spAutoFit/>
          </a:bodyPr>
          <a:lstStyle/>
          <a:p>
            <a:endParaRPr lang="en-US" noProof="0"/>
          </a:p>
        </p:txBody>
      </p:sp>
      <p:sp>
        <p:nvSpPr>
          <p:cNvPr id="7" name="Rectangle 2">
            <a:extLst>
              <a:ext uri="{FF2B5EF4-FFF2-40B4-BE49-F238E27FC236}">
                <a16:creationId xmlns:a16="http://schemas.microsoft.com/office/drawing/2014/main" id="{A4758F0E-4F39-4AB8-8E60-6409AC708787}"/>
              </a:ext>
            </a:extLst>
          </p:cNvPr>
          <p:cNvSpPr>
            <a:spLocks noChangeArrowheads="1"/>
          </p:cNvSpPr>
          <p:nvPr/>
        </p:nvSpPr>
        <p:spPr bwMode="auto">
          <a:xfrm>
            <a:off x="5190308" y="3012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noProof="0"/>
          </a:p>
        </p:txBody>
      </p:sp>
      <p:sp>
        <p:nvSpPr>
          <p:cNvPr id="21" name="Title 1">
            <a:extLst>
              <a:ext uri="{FF2B5EF4-FFF2-40B4-BE49-F238E27FC236}">
                <a16:creationId xmlns:a16="http://schemas.microsoft.com/office/drawing/2014/main" id="{7B94F428-F75F-AB73-D249-537BF6B8A10B}"/>
              </a:ext>
            </a:extLst>
          </p:cNvPr>
          <p:cNvSpPr>
            <a:spLocks noGrp="1"/>
          </p:cNvSpPr>
          <p:nvPr>
            <p:ph type="title"/>
          </p:nvPr>
        </p:nvSpPr>
        <p:spPr>
          <a:xfrm>
            <a:off x="1860356" y="335629"/>
            <a:ext cx="5200882" cy="1276592"/>
          </a:xfrm>
        </p:spPr>
        <p:txBody>
          <a:bodyPr>
            <a:noAutofit/>
          </a:bodyPr>
          <a:lstStyle/>
          <a:p>
            <a:r>
              <a:rPr lang="en-US" sz="2200" b="1" noProof="0" dirty="0"/>
              <a:t>Éder David Borges da Silva, PhD</a:t>
            </a:r>
            <a:br>
              <a:rPr lang="en-US" sz="2200" b="1" noProof="0" dirty="0"/>
            </a:br>
            <a:r>
              <a:rPr lang="en-US" sz="1800" b="1" noProof="0" dirty="0"/>
              <a:t>Plant breeding </a:t>
            </a:r>
            <a:br>
              <a:rPr lang="en-US" sz="1800" b="1" noProof="0" dirty="0"/>
            </a:br>
            <a:r>
              <a:rPr lang="en-US" sz="1800" b="1" noProof="0" dirty="0"/>
              <a:t>Quantitative Genetics</a:t>
            </a:r>
            <a:br>
              <a:rPr lang="en-US" sz="1800" b="1" noProof="0" dirty="0"/>
            </a:br>
            <a:r>
              <a:rPr lang="en-US" sz="1800" b="1" noProof="0" dirty="0"/>
              <a:t>Data Sciences</a:t>
            </a:r>
            <a:endParaRPr lang="en-US" sz="2200" b="1" noProof="0" dirty="0"/>
          </a:p>
        </p:txBody>
      </p:sp>
      <p:graphicFrame>
        <p:nvGraphicFramePr>
          <p:cNvPr id="22" name="Content Placeholder 2" descr="timeline">
            <a:extLst>
              <a:ext uri="{FF2B5EF4-FFF2-40B4-BE49-F238E27FC236}">
                <a16:creationId xmlns:a16="http://schemas.microsoft.com/office/drawing/2014/main" id="{28387669-899E-8FAE-1F03-51643A74F6AA}"/>
              </a:ext>
            </a:extLst>
          </p:cNvPr>
          <p:cNvGraphicFramePr>
            <a:graphicFrameLocks/>
          </p:cNvGraphicFramePr>
          <p:nvPr>
            <p:extLst>
              <p:ext uri="{D42A27DB-BD31-4B8C-83A1-F6EECF244321}">
                <p14:modId xmlns:p14="http://schemas.microsoft.com/office/powerpoint/2010/main" val="3710114000"/>
              </p:ext>
            </p:extLst>
          </p:nvPr>
        </p:nvGraphicFramePr>
        <p:xfrm>
          <a:off x="-163597" y="2245856"/>
          <a:ext cx="12192000" cy="36250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Picture 26" descr="A person with a beard&#10;&#10;AI-generated content may be incorrect.">
            <a:extLst>
              <a:ext uri="{FF2B5EF4-FFF2-40B4-BE49-F238E27FC236}">
                <a16:creationId xmlns:a16="http://schemas.microsoft.com/office/drawing/2014/main" id="{5862F42E-2B7C-9201-9FE8-4A2F74648A6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66812" y="335629"/>
            <a:ext cx="1576873" cy="1910227"/>
          </a:xfrm>
          <a:prstGeom prst="rect">
            <a:avLst/>
          </a:prstGeom>
        </p:spPr>
      </p:pic>
      <p:pic>
        <p:nvPicPr>
          <p:cNvPr id="3074" name="Picture 2" descr="Federal University of Paraná - Wikipedia">
            <a:extLst>
              <a:ext uri="{FF2B5EF4-FFF2-40B4-BE49-F238E27FC236}">
                <a16:creationId xmlns:a16="http://schemas.microsoft.com/office/drawing/2014/main" id="{CCBAB2BD-F142-9E0A-3A12-844DBC400A40}"/>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599118" y="2598978"/>
            <a:ext cx="863922" cy="6471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UFSM está com inscrições abertas para o Vestibular 2017/IV EaD de Pedagogia">
            <a:extLst>
              <a:ext uri="{FF2B5EF4-FFF2-40B4-BE49-F238E27FC236}">
                <a16:creationId xmlns:a16="http://schemas.microsoft.com/office/drawing/2014/main" id="{7283CD44-1CAC-D222-F26F-CFBCC4A7B499}"/>
              </a:ext>
            </a:extLst>
          </p:cNvPr>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a:stretch>
            <a:fillRect/>
          </a:stretch>
        </p:blipFill>
        <p:spPr bwMode="auto">
          <a:xfrm>
            <a:off x="4460797" y="5360844"/>
            <a:ext cx="1397353" cy="51009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Unicentro passa a integrar o Comitê ...">
            <a:extLst>
              <a:ext uri="{FF2B5EF4-FFF2-40B4-BE49-F238E27FC236}">
                <a16:creationId xmlns:a16="http://schemas.microsoft.com/office/drawing/2014/main" id="{F354E75E-DE03-1205-466F-AE646449C7C5}"/>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682041" y="5390446"/>
            <a:ext cx="678187" cy="61496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gro Bayer ...">
            <a:extLst>
              <a:ext uri="{FF2B5EF4-FFF2-40B4-BE49-F238E27FC236}">
                <a16:creationId xmlns:a16="http://schemas.microsoft.com/office/drawing/2014/main" id="{3632C160-1CA7-4496-EC8C-1BB5878CC28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0589940" y="3042392"/>
            <a:ext cx="696368" cy="69636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Corteva Agriscience internal s - Apps ...">
            <a:extLst>
              <a:ext uri="{FF2B5EF4-FFF2-40B4-BE49-F238E27FC236}">
                <a16:creationId xmlns:a16="http://schemas.microsoft.com/office/drawing/2014/main" id="{EBA774D5-062C-B26B-1751-E2315DD8C58D}"/>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1938229" y="5087760"/>
            <a:ext cx="783175" cy="7831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Sweet corn | Veggycation">
            <a:extLst>
              <a:ext uri="{FF2B5EF4-FFF2-40B4-BE49-F238E27FC236}">
                <a16:creationId xmlns:a16="http://schemas.microsoft.com/office/drawing/2014/main" id="{15913ABA-9253-F8F0-745A-2C336B3CD5FB}"/>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a:fillRect/>
          </a:stretch>
        </p:blipFill>
        <p:spPr bwMode="auto">
          <a:xfrm>
            <a:off x="10975505" y="5390446"/>
            <a:ext cx="875861" cy="589513"/>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Fresh Whole Sweet Onion, Each - Walmart.com">
            <a:extLst>
              <a:ext uri="{FF2B5EF4-FFF2-40B4-BE49-F238E27FC236}">
                <a16:creationId xmlns:a16="http://schemas.microsoft.com/office/drawing/2014/main" id="{740B58E5-2FD2-1329-3F09-E8BFCE5E6321}"/>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072893" y="5335141"/>
            <a:ext cx="725576" cy="725576"/>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Nutrien">
            <a:extLst>
              <a:ext uri="{FF2B5EF4-FFF2-40B4-BE49-F238E27FC236}">
                <a16:creationId xmlns:a16="http://schemas.microsoft.com/office/drawing/2014/main" id="{EC04928C-532D-82C8-51A6-FACFB189E8DF}"/>
              </a:ext>
            </a:extLst>
          </p:cNvPr>
          <p:cNvPicPr>
            <a:picLocks noChangeAspect="1" noChangeArrowheads="1"/>
          </p:cNvPicPr>
          <p:nvPr/>
        </p:nvPicPr>
        <p:blipFill rotWithShape="1">
          <a:blip r:embed="rId16" cstate="screen">
            <a:extLst>
              <a:ext uri="{28A0092B-C50C-407E-A947-70E740481C1C}">
                <a14:useLocalDpi xmlns:a14="http://schemas.microsoft.com/office/drawing/2010/main"/>
              </a:ext>
            </a:extLst>
          </a:blip>
          <a:srcRect t="20713" b="15386"/>
          <a:stretch>
            <a:fillRect/>
          </a:stretch>
        </p:blipFill>
        <p:spPr bwMode="auto">
          <a:xfrm>
            <a:off x="8546840" y="2539482"/>
            <a:ext cx="1047734" cy="384518"/>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a:extLst>
              <a:ext uri="{FF2B5EF4-FFF2-40B4-BE49-F238E27FC236}">
                <a16:creationId xmlns:a16="http://schemas.microsoft.com/office/drawing/2014/main" id="{B6F656DC-832A-5B46-58FE-6C5849741510}"/>
              </a:ext>
            </a:extLst>
          </p:cNvPr>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1938229" y="1526234"/>
            <a:ext cx="756914" cy="5298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61FCB71-833B-AE7F-5132-230251B232C5}"/>
              </a:ext>
            </a:extLst>
          </p:cNvPr>
          <p:cNvSpPr txBox="1"/>
          <p:nvPr/>
        </p:nvSpPr>
        <p:spPr>
          <a:xfrm>
            <a:off x="7370618" y="744375"/>
            <a:ext cx="3315855" cy="646331"/>
          </a:xfrm>
          <a:prstGeom prst="rect">
            <a:avLst/>
          </a:prstGeom>
          <a:noFill/>
        </p:spPr>
        <p:txBody>
          <a:bodyPr wrap="square">
            <a:spAutoFit/>
          </a:bodyPr>
          <a:lstStyle/>
          <a:p>
            <a:r>
              <a:rPr lang="en-US" dirty="0">
                <a:hlinkClick r:id="rId18"/>
              </a:rPr>
              <a:t>https://github.com/ederdbs</a:t>
            </a:r>
            <a:endParaRPr lang="en-US" dirty="0"/>
          </a:p>
          <a:p>
            <a:endParaRPr lang="en-US" dirty="0"/>
          </a:p>
        </p:txBody>
      </p:sp>
      <p:sp>
        <p:nvSpPr>
          <p:cNvPr id="5" name="TextBox 4">
            <a:extLst>
              <a:ext uri="{FF2B5EF4-FFF2-40B4-BE49-F238E27FC236}">
                <a16:creationId xmlns:a16="http://schemas.microsoft.com/office/drawing/2014/main" id="{45935CC1-F070-6C63-18A0-0F529747B649}"/>
              </a:ext>
            </a:extLst>
          </p:cNvPr>
          <p:cNvSpPr txBox="1"/>
          <p:nvPr/>
        </p:nvSpPr>
        <p:spPr>
          <a:xfrm>
            <a:off x="7370618" y="335629"/>
            <a:ext cx="4553527" cy="923330"/>
          </a:xfrm>
          <a:prstGeom prst="rect">
            <a:avLst/>
          </a:prstGeom>
          <a:noFill/>
        </p:spPr>
        <p:txBody>
          <a:bodyPr wrap="square">
            <a:spAutoFit/>
          </a:bodyPr>
          <a:lstStyle/>
          <a:p>
            <a:r>
              <a:rPr lang="en-US" dirty="0">
                <a:hlinkClick r:id="rId19"/>
              </a:rPr>
              <a:t>https://www.linkedin.com/in/ederdbs/</a:t>
            </a:r>
            <a:endParaRPr lang="en-US" dirty="0"/>
          </a:p>
          <a:p>
            <a:endParaRPr lang="en-US" dirty="0"/>
          </a:p>
          <a:p>
            <a:endParaRPr lang="en-US" dirty="0"/>
          </a:p>
        </p:txBody>
      </p:sp>
      <p:sp>
        <p:nvSpPr>
          <p:cNvPr id="8" name="TextBox 7">
            <a:extLst>
              <a:ext uri="{FF2B5EF4-FFF2-40B4-BE49-F238E27FC236}">
                <a16:creationId xmlns:a16="http://schemas.microsoft.com/office/drawing/2014/main" id="{DE9333E7-3DE5-3E2F-C3C9-7F054430DC91}"/>
              </a:ext>
            </a:extLst>
          </p:cNvPr>
          <p:cNvSpPr txBox="1"/>
          <p:nvPr/>
        </p:nvSpPr>
        <p:spPr>
          <a:xfrm>
            <a:off x="7370618" y="1140167"/>
            <a:ext cx="6262254" cy="646331"/>
          </a:xfrm>
          <a:prstGeom prst="rect">
            <a:avLst/>
          </a:prstGeom>
          <a:noFill/>
        </p:spPr>
        <p:txBody>
          <a:bodyPr wrap="square">
            <a:spAutoFit/>
          </a:bodyPr>
          <a:lstStyle/>
          <a:p>
            <a:r>
              <a:rPr lang="en-US" dirty="0">
                <a:hlinkClick r:id="rId20"/>
              </a:rPr>
              <a:t>https://orcid.org/0000-0001-7121-0759</a:t>
            </a:r>
            <a:endParaRPr lang="en-US" dirty="0"/>
          </a:p>
          <a:p>
            <a:endParaRPr lang="en-US" dirty="0"/>
          </a:p>
        </p:txBody>
      </p:sp>
      <p:sp>
        <p:nvSpPr>
          <p:cNvPr id="10" name="TextBox 9">
            <a:extLst>
              <a:ext uri="{FF2B5EF4-FFF2-40B4-BE49-F238E27FC236}">
                <a16:creationId xmlns:a16="http://schemas.microsoft.com/office/drawing/2014/main" id="{18B584B9-0815-0156-89AF-7DC834707FEA}"/>
              </a:ext>
            </a:extLst>
          </p:cNvPr>
          <p:cNvSpPr txBox="1"/>
          <p:nvPr/>
        </p:nvSpPr>
        <p:spPr>
          <a:xfrm>
            <a:off x="7348687" y="1480732"/>
            <a:ext cx="4575458" cy="646331"/>
          </a:xfrm>
          <a:prstGeom prst="rect">
            <a:avLst/>
          </a:prstGeom>
          <a:noFill/>
        </p:spPr>
        <p:txBody>
          <a:bodyPr wrap="square">
            <a:spAutoFit/>
          </a:bodyPr>
          <a:lstStyle/>
          <a:p>
            <a:r>
              <a:rPr lang="en-US" dirty="0">
                <a:hlinkClick r:id="rId21"/>
              </a:rPr>
              <a:t>ederdbs@gmail.com</a:t>
            </a:r>
            <a:r>
              <a:rPr lang="en-US" dirty="0"/>
              <a:t> / </a:t>
            </a:r>
            <a:r>
              <a:rPr lang="en-US" dirty="0">
                <a:hlinkClick r:id="rId22"/>
              </a:rPr>
              <a:t>eder.silva@bayer.com</a:t>
            </a:r>
            <a:endParaRPr lang="en-US" dirty="0"/>
          </a:p>
          <a:p>
            <a:endParaRPr lang="en-US" dirty="0"/>
          </a:p>
        </p:txBody>
      </p:sp>
    </p:spTree>
    <p:extLst>
      <p:ext uri="{BB962C8B-B14F-4D97-AF65-F5344CB8AC3E}">
        <p14:creationId xmlns:p14="http://schemas.microsoft.com/office/powerpoint/2010/main" val="4140195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D838F9D-24FF-9587-47EE-2142A78FFC2E}"/>
              </a:ext>
            </a:extLst>
          </p:cNvPr>
          <p:cNvSpPr>
            <a:spLocks noGrp="1"/>
          </p:cNvSpPr>
          <p:nvPr>
            <p:ph type="subTitle" idx="13"/>
          </p:nvPr>
        </p:nvSpPr>
        <p:spPr/>
        <p:txBody>
          <a:bodyPr>
            <a:normAutofit fontScale="77500" lnSpcReduction="20000"/>
          </a:bodyPr>
          <a:lstStyle/>
          <a:p>
            <a:endParaRPr lang="en-US"/>
          </a:p>
        </p:txBody>
      </p:sp>
      <p:sp>
        <p:nvSpPr>
          <p:cNvPr id="3" name="Title 2">
            <a:extLst>
              <a:ext uri="{FF2B5EF4-FFF2-40B4-BE49-F238E27FC236}">
                <a16:creationId xmlns:a16="http://schemas.microsoft.com/office/drawing/2014/main" id="{0F913942-FC52-7ED6-2073-D315E213F662}"/>
              </a:ext>
            </a:extLst>
          </p:cNvPr>
          <p:cNvSpPr>
            <a:spLocks noGrp="1"/>
          </p:cNvSpPr>
          <p:nvPr>
            <p:ph type="title"/>
          </p:nvPr>
        </p:nvSpPr>
        <p:spPr/>
        <p:txBody>
          <a:bodyPr/>
          <a:lstStyle/>
          <a:p>
            <a:r>
              <a:rPr lang="pt-BR" dirty="0"/>
              <a:t>Vinicius</a:t>
            </a:r>
            <a:endParaRPr lang="en-US" dirty="0"/>
          </a:p>
        </p:txBody>
      </p:sp>
    </p:spTree>
    <p:extLst>
      <p:ext uri="{BB962C8B-B14F-4D97-AF65-F5344CB8AC3E}">
        <p14:creationId xmlns:p14="http://schemas.microsoft.com/office/powerpoint/2010/main" val="2522586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60159-6CE8-1EC5-CFEF-8C892CED0630}"/>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83037DE-876A-A764-31C6-95D492E2C8EF}"/>
              </a:ext>
            </a:extLst>
          </p:cNvPr>
          <p:cNvSpPr>
            <a:spLocks noGrp="1"/>
          </p:cNvSpPr>
          <p:nvPr>
            <p:ph type="subTitle" idx="13"/>
          </p:nvPr>
        </p:nvSpPr>
        <p:spPr/>
        <p:txBody>
          <a:bodyPr>
            <a:normAutofit fontScale="77500" lnSpcReduction="20000"/>
          </a:bodyPr>
          <a:lstStyle/>
          <a:p>
            <a:endParaRPr lang="en-US"/>
          </a:p>
        </p:txBody>
      </p:sp>
      <p:sp>
        <p:nvSpPr>
          <p:cNvPr id="3" name="Title 2">
            <a:extLst>
              <a:ext uri="{FF2B5EF4-FFF2-40B4-BE49-F238E27FC236}">
                <a16:creationId xmlns:a16="http://schemas.microsoft.com/office/drawing/2014/main" id="{6D21D0EA-E48B-9FA0-7770-0B68A3C94766}"/>
              </a:ext>
            </a:extLst>
          </p:cNvPr>
          <p:cNvSpPr>
            <a:spLocks noGrp="1"/>
          </p:cNvSpPr>
          <p:nvPr>
            <p:ph type="title"/>
          </p:nvPr>
        </p:nvSpPr>
        <p:spPr/>
        <p:txBody>
          <a:bodyPr/>
          <a:lstStyle/>
          <a:p>
            <a:r>
              <a:rPr lang="pt-BR" dirty="0"/>
              <a:t>Rodrigo </a:t>
            </a:r>
            <a:endParaRPr lang="en-US" dirty="0"/>
          </a:p>
        </p:txBody>
      </p:sp>
    </p:spTree>
    <p:extLst>
      <p:ext uri="{BB962C8B-B14F-4D97-AF65-F5344CB8AC3E}">
        <p14:creationId xmlns:p14="http://schemas.microsoft.com/office/powerpoint/2010/main" val="190658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84D12-795A-31CE-044F-291FE3957BD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314B73C-E252-E043-8B08-0B5B0E375308}"/>
              </a:ext>
            </a:extLst>
          </p:cNvPr>
          <p:cNvSpPr>
            <a:spLocks noGrp="1"/>
          </p:cNvSpPr>
          <p:nvPr>
            <p:ph type="subTitle" idx="13"/>
          </p:nvPr>
        </p:nvSpPr>
        <p:spPr/>
        <p:txBody>
          <a:bodyPr>
            <a:normAutofit fontScale="77500" lnSpcReduction="20000"/>
          </a:bodyPr>
          <a:lstStyle/>
          <a:p>
            <a:endParaRPr lang="en-US"/>
          </a:p>
        </p:txBody>
      </p:sp>
      <p:sp>
        <p:nvSpPr>
          <p:cNvPr id="3" name="Title 2">
            <a:extLst>
              <a:ext uri="{FF2B5EF4-FFF2-40B4-BE49-F238E27FC236}">
                <a16:creationId xmlns:a16="http://schemas.microsoft.com/office/drawing/2014/main" id="{1BFA7F00-8044-555A-B817-9180D5BBE3C1}"/>
              </a:ext>
            </a:extLst>
          </p:cNvPr>
          <p:cNvSpPr>
            <a:spLocks noGrp="1"/>
          </p:cNvSpPr>
          <p:nvPr>
            <p:ph type="title"/>
          </p:nvPr>
        </p:nvSpPr>
        <p:spPr/>
        <p:txBody>
          <a:bodyPr/>
          <a:lstStyle/>
          <a:p>
            <a:r>
              <a:rPr lang="pt-BR" dirty="0"/>
              <a:t>Kaique </a:t>
            </a:r>
            <a:endParaRPr lang="en-US" dirty="0"/>
          </a:p>
        </p:txBody>
      </p:sp>
    </p:spTree>
    <p:extLst>
      <p:ext uri="{BB962C8B-B14F-4D97-AF65-F5344CB8AC3E}">
        <p14:creationId xmlns:p14="http://schemas.microsoft.com/office/powerpoint/2010/main" val="271486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7615-8529-313E-CC5E-23BE83C3FB6B}"/>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0B53771A-39DC-7702-88D7-DB0D3980F538}"/>
              </a:ext>
            </a:extLst>
          </p:cNvPr>
          <p:cNvSpPr>
            <a:spLocks noGrp="1"/>
          </p:cNvSpPr>
          <p:nvPr>
            <p:ph type="subTitle" idx="13"/>
          </p:nvPr>
        </p:nvSpPr>
        <p:spPr/>
        <p:txBody>
          <a:bodyPr>
            <a:normAutofit fontScale="77500" lnSpcReduction="20000"/>
          </a:bodyPr>
          <a:lstStyle/>
          <a:p>
            <a:endParaRPr lang="en-US"/>
          </a:p>
        </p:txBody>
      </p:sp>
      <p:sp>
        <p:nvSpPr>
          <p:cNvPr id="3" name="Title 2">
            <a:extLst>
              <a:ext uri="{FF2B5EF4-FFF2-40B4-BE49-F238E27FC236}">
                <a16:creationId xmlns:a16="http://schemas.microsoft.com/office/drawing/2014/main" id="{1E0AF1AF-290B-4E0A-C7C9-747229BB8763}"/>
              </a:ext>
            </a:extLst>
          </p:cNvPr>
          <p:cNvSpPr>
            <a:spLocks noGrp="1"/>
          </p:cNvSpPr>
          <p:nvPr>
            <p:ph type="title"/>
          </p:nvPr>
        </p:nvSpPr>
        <p:spPr/>
        <p:txBody>
          <a:bodyPr>
            <a:normAutofit/>
          </a:bodyPr>
          <a:lstStyle/>
          <a:p>
            <a:r>
              <a:rPr lang="pt-BR" dirty="0"/>
              <a:t>Rafael </a:t>
            </a:r>
            <a:endParaRPr lang="en-US" dirty="0"/>
          </a:p>
        </p:txBody>
      </p:sp>
    </p:spTree>
    <p:extLst>
      <p:ext uri="{BB962C8B-B14F-4D97-AF65-F5344CB8AC3E}">
        <p14:creationId xmlns:p14="http://schemas.microsoft.com/office/powerpoint/2010/main" val="3844586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kt 15" hidden="1"/>
          <p:cNvGraphicFramePr>
            <a:graphicFrameLocks noChangeAspect="1"/>
          </p:cNvGraphicFramePr>
          <p:nvPr>
            <p:custDataLst>
              <p:tags r:id="rId1"/>
            </p:custDataLst>
          </p:nvPr>
        </p:nvGraphicFramePr>
        <p:xfrm>
          <a:off x="3854" y="2143"/>
          <a:ext cx="2115" cy="1583"/>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kt 15" hidden="1"/>
                      <p:cNvPicPr/>
                      <p:nvPr/>
                    </p:nvPicPr>
                    <p:blipFill>
                      <a:blip r:embed="rId4"/>
                      <a:stretch>
                        <a:fillRect/>
                      </a:stretch>
                    </p:blipFill>
                    <p:spPr>
                      <a:xfrm>
                        <a:off x="3854" y="2143"/>
                        <a:ext cx="2115" cy="1583"/>
                      </a:xfrm>
                      <a:prstGeom prst="rect">
                        <a:avLst/>
                      </a:prstGeom>
                    </p:spPr>
                  </p:pic>
                </p:oleObj>
              </mc:Fallback>
            </mc:AlternateContent>
          </a:graphicData>
        </a:graphic>
      </p:graphicFrame>
      <p:grpSp>
        <p:nvGrpSpPr>
          <p:cNvPr id="6" name="Group 5"/>
          <p:cNvGrpSpPr/>
          <p:nvPr/>
        </p:nvGrpSpPr>
        <p:grpSpPr>
          <a:xfrm>
            <a:off x="4057664" y="1432331"/>
            <a:ext cx="7722673" cy="2049195"/>
            <a:chOff x="3528096" y="1772663"/>
            <a:chExt cx="8278446" cy="2049462"/>
          </a:xfrm>
        </p:grpSpPr>
        <p:sp>
          <p:nvSpPr>
            <p:cNvPr id="34" name="Rectangle 55"/>
            <p:cNvSpPr>
              <a:spLocks noChangeArrowheads="1"/>
            </p:cNvSpPr>
            <p:nvPr/>
          </p:nvSpPr>
          <p:spPr bwMode="gray">
            <a:xfrm rot="21411424">
              <a:off x="3528096" y="1805693"/>
              <a:ext cx="8278446" cy="1902746"/>
            </a:xfrm>
            <a:prstGeom prst="rect">
              <a:avLst/>
            </a:prstGeom>
            <a:solidFill>
              <a:srgbClr val="10384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92347" tIns="46192" rIns="92347" bIns="46192" anchor="ctr"/>
            <a:lstStyle/>
            <a:p>
              <a:pPr defTabSz="905235"/>
              <a:endParaRPr lang="en-US" sz="1300" dirty="0">
                <a:solidFill>
                  <a:srgbClr val="676767"/>
                </a:solidFill>
                <a:latin typeface="Arial"/>
                <a:cs typeface="Arial" charset="0"/>
              </a:endParaRPr>
            </a:p>
          </p:txBody>
        </p:sp>
        <p:sp>
          <p:nvSpPr>
            <p:cNvPr id="35" name="Rectangle 37"/>
            <p:cNvSpPr>
              <a:spLocks noChangeArrowheads="1"/>
            </p:cNvSpPr>
            <p:nvPr/>
          </p:nvSpPr>
          <p:spPr bwMode="gray">
            <a:xfrm>
              <a:off x="3618285" y="1772663"/>
              <a:ext cx="8056644" cy="2049462"/>
            </a:xfrm>
            <a:prstGeom prst="rect">
              <a:avLst/>
            </a:prstGeom>
            <a:solidFill>
              <a:srgbClr val="FFFFFF"/>
            </a:solidFill>
            <a:ln w="3175" algn="ctr">
              <a:solidFill>
                <a:srgbClr val="624963"/>
              </a:solidFill>
              <a:miter lim="800000"/>
              <a:headEnd/>
              <a:tailEnd/>
            </a:ln>
          </p:spPr>
          <p:txBody>
            <a:bodyPr wrap="none" lIns="92347" tIns="46192" rIns="92347" bIns="46192" numCol="2" anchor="ctr"/>
            <a:lstStyle/>
            <a:p>
              <a:pPr marL="175804" lvl="1" indent="-175804" defTabSz="326857" fontAlgn="base">
                <a:spcBef>
                  <a:spcPts val="300"/>
                </a:spcBef>
                <a:spcAft>
                  <a:spcPct val="0"/>
                </a:spcAft>
                <a:buClr>
                  <a:srgbClr val="005598"/>
                </a:buClr>
                <a:buSzPct val="85000"/>
                <a:defRPr>
                  <a:latin typeface="Arial"/>
                </a:defRPr>
              </a:pPr>
              <a:endParaRPr lang="en-US" altLang="de-DE" sz="1100" kern="0" dirty="0">
                <a:solidFill>
                  <a:srgbClr val="676767"/>
                </a:solidFill>
                <a:latin typeface="Arial"/>
              </a:endParaRPr>
            </a:p>
          </p:txBody>
        </p:sp>
      </p:grpSp>
      <p:sp>
        <p:nvSpPr>
          <p:cNvPr id="4" name="AutoShape 10" descr="Bildergebnis für netflix"/>
          <p:cNvSpPr>
            <a:spLocks noChangeAspect="1" noChangeArrowheads="1"/>
          </p:cNvSpPr>
          <p:nvPr/>
        </p:nvSpPr>
        <p:spPr bwMode="auto">
          <a:xfrm>
            <a:off x="2125949" y="-455427"/>
            <a:ext cx="1916867" cy="143410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0405" tIns="45226" rIns="90405" bIns="45226" numCol="1" anchor="t" anchorCtr="0" compatLnSpc="1">
            <a:prstTxWarp prst="textNoShape">
              <a:avLst/>
            </a:prstTxWarp>
          </a:bodyPr>
          <a:lstStyle/>
          <a:p>
            <a:endParaRPr lang="en-US">
              <a:latin typeface="Arial"/>
            </a:endParaRPr>
          </a:p>
        </p:txBody>
      </p:sp>
      <p:sp>
        <p:nvSpPr>
          <p:cNvPr id="5" name="AutoShape 5" descr="Bildergebnis für köln"/>
          <p:cNvSpPr>
            <a:spLocks noChangeAspect="1" noChangeArrowheads="1"/>
          </p:cNvSpPr>
          <p:nvPr/>
        </p:nvSpPr>
        <p:spPr bwMode="auto">
          <a:xfrm>
            <a:off x="208932" y="-143596"/>
            <a:ext cx="406224" cy="3039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prstTxWarp prst="textNoShape">
              <a:avLst/>
            </a:prstTxWarp>
          </a:bodyPr>
          <a:lstStyle/>
          <a:p>
            <a:endParaRPr lang="en-US">
              <a:latin typeface="Arial"/>
            </a:endParaRPr>
          </a:p>
        </p:txBody>
      </p:sp>
      <p:sp>
        <p:nvSpPr>
          <p:cNvPr id="9" name="AutoShape 7" descr="Bildergebnis für köln"/>
          <p:cNvSpPr>
            <a:spLocks noChangeAspect="1" noChangeArrowheads="1"/>
          </p:cNvSpPr>
          <p:nvPr/>
        </p:nvSpPr>
        <p:spPr bwMode="auto">
          <a:xfrm>
            <a:off x="412044" y="8363"/>
            <a:ext cx="406224" cy="3039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prstTxWarp prst="textNoShape">
              <a:avLst/>
            </a:prstTxWarp>
          </a:bodyPr>
          <a:lstStyle/>
          <a:p>
            <a:endParaRPr lang="en-US">
              <a:latin typeface="Arial"/>
            </a:endParaRPr>
          </a:p>
        </p:txBody>
      </p:sp>
      <p:sp>
        <p:nvSpPr>
          <p:cNvPr id="13" name="AutoShape 11" descr="Bildergebnis für Borussia Dortmund"/>
          <p:cNvSpPr>
            <a:spLocks noChangeAspect="1" noChangeArrowheads="1"/>
          </p:cNvSpPr>
          <p:nvPr/>
        </p:nvSpPr>
        <p:spPr bwMode="auto">
          <a:xfrm>
            <a:off x="615156" y="160321"/>
            <a:ext cx="406224" cy="3039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prstTxWarp prst="textNoShape">
              <a:avLst/>
            </a:prstTxWarp>
          </a:bodyPr>
          <a:lstStyle/>
          <a:p>
            <a:endParaRPr lang="en-US">
              <a:latin typeface="Arial"/>
            </a:endParaRPr>
          </a:p>
        </p:txBody>
      </p:sp>
      <p:sp>
        <p:nvSpPr>
          <p:cNvPr id="14" name="AutoShape 15" descr="Bildergebnis für Borussia Dortmund"/>
          <p:cNvSpPr>
            <a:spLocks noChangeAspect="1" noChangeArrowheads="1"/>
          </p:cNvSpPr>
          <p:nvPr/>
        </p:nvSpPr>
        <p:spPr bwMode="auto">
          <a:xfrm>
            <a:off x="818268" y="312280"/>
            <a:ext cx="406224" cy="3039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prstTxWarp prst="textNoShape">
              <a:avLst/>
            </a:prstTxWarp>
          </a:bodyPr>
          <a:lstStyle/>
          <a:p>
            <a:endParaRPr lang="en-US">
              <a:latin typeface="Arial"/>
            </a:endParaRPr>
          </a:p>
        </p:txBody>
      </p:sp>
      <p:sp>
        <p:nvSpPr>
          <p:cNvPr id="15" name="AutoShape 17" descr="Bildergebnis für Borussia Dortmund"/>
          <p:cNvSpPr>
            <a:spLocks noChangeAspect="1" noChangeArrowheads="1"/>
          </p:cNvSpPr>
          <p:nvPr/>
        </p:nvSpPr>
        <p:spPr bwMode="auto">
          <a:xfrm>
            <a:off x="1021379" y="464238"/>
            <a:ext cx="406224" cy="3039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28" tIns="45714" rIns="91428" bIns="45714" numCol="1" anchor="t" anchorCtr="0" compatLnSpc="1">
            <a:prstTxWarp prst="textNoShape">
              <a:avLst/>
            </a:prstTxWarp>
          </a:bodyPr>
          <a:lstStyle/>
          <a:p>
            <a:endParaRPr lang="en-US">
              <a:latin typeface="Arial"/>
            </a:endParaRPr>
          </a:p>
        </p:txBody>
      </p:sp>
      <p:sp>
        <p:nvSpPr>
          <p:cNvPr id="36" name="Rectangle 55"/>
          <p:cNvSpPr>
            <a:spLocks noChangeArrowheads="1"/>
          </p:cNvSpPr>
          <p:nvPr/>
        </p:nvSpPr>
        <p:spPr bwMode="gray">
          <a:xfrm rot="21241164">
            <a:off x="931616" y="1555571"/>
            <a:ext cx="2617871" cy="2033959"/>
          </a:xfrm>
          <a:prstGeom prst="rect">
            <a:avLst/>
          </a:prstGeom>
          <a:solidFill>
            <a:srgbClr val="10384F"/>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lIns="92347" tIns="46192" rIns="92347" bIns="46192" anchor="ctr"/>
          <a:lstStyle/>
          <a:p>
            <a:pPr defTabSz="905235"/>
            <a:endParaRPr lang="en-US" sz="1300" dirty="0">
              <a:solidFill>
                <a:srgbClr val="676767"/>
              </a:solidFill>
              <a:latin typeface="Arial"/>
              <a:cs typeface="Arial" charset="0"/>
            </a:endParaRPr>
          </a:p>
        </p:txBody>
      </p:sp>
      <p:sp>
        <p:nvSpPr>
          <p:cNvPr id="40" name="Rectangle 50"/>
          <p:cNvSpPr>
            <a:spLocks noChangeArrowheads="1"/>
          </p:cNvSpPr>
          <p:nvPr/>
        </p:nvSpPr>
        <p:spPr bwMode="gray">
          <a:xfrm rot="21241164">
            <a:off x="959889" y="3794569"/>
            <a:ext cx="2656518" cy="2578752"/>
          </a:xfrm>
          <a:prstGeom prst="rect">
            <a:avLst/>
          </a:prstGeom>
          <a:solidFill>
            <a:srgbClr val="10384F"/>
          </a:solidFill>
          <a:ln>
            <a:noFill/>
          </a:ln>
        </p:spPr>
        <p:txBody>
          <a:bodyPr wrap="none" lIns="92347" tIns="46192" rIns="92347" bIns="46192" anchor="ctr"/>
          <a:lstStyle/>
          <a:p>
            <a:pPr defTabSz="905235"/>
            <a:endParaRPr lang="en-US" sz="1300" dirty="0">
              <a:latin typeface="Arial"/>
              <a:cs typeface="Arial" charset="0"/>
            </a:endParaRPr>
          </a:p>
        </p:txBody>
      </p:sp>
      <p:sp>
        <p:nvSpPr>
          <p:cNvPr id="69" name="Rectangle 50"/>
          <p:cNvSpPr>
            <a:spLocks noChangeArrowheads="1"/>
          </p:cNvSpPr>
          <p:nvPr/>
        </p:nvSpPr>
        <p:spPr bwMode="gray">
          <a:xfrm rot="21241164">
            <a:off x="9395522" y="4135153"/>
            <a:ext cx="2241496" cy="2198707"/>
          </a:xfrm>
          <a:prstGeom prst="rect">
            <a:avLst/>
          </a:prstGeom>
          <a:solidFill>
            <a:srgbClr val="10384F"/>
          </a:solidFill>
          <a:ln>
            <a:noFill/>
          </a:ln>
        </p:spPr>
        <p:txBody>
          <a:bodyPr wrap="none" lIns="92347" tIns="46192" rIns="92347" bIns="46192" anchor="ctr"/>
          <a:lstStyle/>
          <a:p>
            <a:pPr defTabSz="905235"/>
            <a:endParaRPr lang="en-US" sz="1300" dirty="0">
              <a:latin typeface="Arial"/>
              <a:cs typeface="Arial" charset="0"/>
            </a:endParaRPr>
          </a:p>
        </p:txBody>
      </p:sp>
      <p:sp>
        <p:nvSpPr>
          <p:cNvPr id="632" name="Title 5"/>
          <p:cNvSpPr txBox="1">
            <a:spLocks/>
          </p:cNvSpPr>
          <p:nvPr/>
        </p:nvSpPr>
        <p:spPr bwMode="gray">
          <a:xfrm>
            <a:off x="983281" y="182361"/>
            <a:ext cx="10797054" cy="863888"/>
          </a:xfrm>
          <a:prstGeom prst="rect">
            <a:avLst/>
          </a:prstGeom>
        </p:spPr>
        <p:txBody>
          <a:bodyPr vert="horz" lIns="0" tIns="0" rIns="0" bIns="0" rtlCol="0" anchor="b">
            <a:noAutofit/>
          </a:bodyPr>
          <a:lstStyle>
            <a:lvl1pPr algn="l" defTabSz="914400" rtl="0" eaLnBrk="1" latinLnBrk="0" hangingPunct="1">
              <a:spcBef>
                <a:spcPct val="0"/>
              </a:spcBef>
              <a:buNone/>
              <a:defRPr sz="2800" kern="1200">
                <a:solidFill>
                  <a:srgbClr val="10384F"/>
                </a:solidFill>
                <a:latin typeface="Arial"/>
                <a:ea typeface="+mj-ea"/>
                <a:cs typeface="+mj-cs"/>
              </a:defRPr>
            </a:lvl1pPr>
          </a:lstStyle>
          <a:p>
            <a:r>
              <a:rPr lang="en-US" b="1" dirty="0">
                <a:latin typeface="Arial"/>
              </a:rPr>
              <a:t>Vitor Passos</a:t>
            </a:r>
          </a:p>
        </p:txBody>
      </p:sp>
      <p:sp>
        <p:nvSpPr>
          <p:cNvPr id="633" name="BC-Subtitle"/>
          <p:cNvSpPr txBox="1"/>
          <p:nvPr/>
        </p:nvSpPr>
        <p:spPr bwMode="gray">
          <a:xfrm>
            <a:off x="984262" y="1138598"/>
            <a:ext cx="10796074" cy="251968"/>
          </a:xfrm>
          <a:prstGeom prst="rect">
            <a:avLst/>
          </a:prstGeom>
          <a:noFill/>
          <a:ln w="6350" cap="flat" cmpd="sng" algn="ctr">
            <a:noFill/>
            <a:prstDash val="solid"/>
            <a:round/>
            <a:headEnd type="none" w="med" len="med"/>
            <a:tailEnd type="none" w="med" len="me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cap="flat" cmpd="sng" algn="ctr">
                <a:solidFill>
                  <a:srgbClr val="10384F"/>
                </a:solidFill>
                <a:prstDash val="solid"/>
                <a:round/>
                <a:headEnd type="none" w="med" len="med"/>
                <a:tailEnd type="none" w="med" len="med"/>
              </a14:hiddenLine>
            </a:ext>
          </a:extLst>
        </p:spPr>
        <p:txBody>
          <a:bodyPr vert="horz" wrap="square" lIns="0" tIns="0" rIns="0" bIns="0" rtlCol="0" anchor="t" anchorCtr="0">
            <a:noAutofit/>
          </a:bodyPr>
          <a:lstStyle/>
          <a:p>
            <a:r>
              <a:rPr lang="en-US" dirty="0">
                <a:latin typeface="Arial"/>
              </a:rPr>
              <a:t>Product Design Scientist</a:t>
            </a:r>
          </a:p>
        </p:txBody>
      </p:sp>
      <p:sp>
        <p:nvSpPr>
          <p:cNvPr id="64" name="Rectangle 50"/>
          <p:cNvSpPr>
            <a:spLocks noChangeArrowheads="1"/>
          </p:cNvSpPr>
          <p:nvPr/>
        </p:nvSpPr>
        <p:spPr bwMode="gray">
          <a:xfrm rot="21241164">
            <a:off x="6693070" y="4135556"/>
            <a:ext cx="2241496" cy="2050783"/>
          </a:xfrm>
          <a:prstGeom prst="rect">
            <a:avLst/>
          </a:prstGeom>
          <a:solidFill>
            <a:srgbClr val="10384F"/>
          </a:solidFill>
          <a:ln>
            <a:noFill/>
          </a:ln>
        </p:spPr>
        <p:txBody>
          <a:bodyPr wrap="none" lIns="92347" tIns="46192" rIns="92347" bIns="46192" anchor="ctr"/>
          <a:lstStyle/>
          <a:p>
            <a:pPr defTabSz="905235"/>
            <a:endParaRPr lang="en-US" sz="1300" dirty="0">
              <a:latin typeface="Arial"/>
              <a:cs typeface="Arial" charset="0"/>
            </a:endParaRPr>
          </a:p>
        </p:txBody>
      </p:sp>
      <p:sp>
        <p:nvSpPr>
          <p:cNvPr id="38" name="Rectangle 31">
            <a:extLst>
              <a:ext uri="{FF2B5EF4-FFF2-40B4-BE49-F238E27FC236}">
                <a16:creationId xmlns:a16="http://schemas.microsoft.com/office/drawing/2014/main" id="{3D91908D-67F6-482B-8BEB-0DC2DB69892B}"/>
              </a:ext>
            </a:extLst>
          </p:cNvPr>
          <p:cNvSpPr>
            <a:spLocks noChangeArrowheads="1"/>
          </p:cNvSpPr>
          <p:nvPr/>
        </p:nvSpPr>
        <p:spPr bwMode="gray">
          <a:xfrm>
            <a:off x="764174" y="6618171"/>
            <a:ext cx="2247821" cy="18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903479">
              <a:lnSpc>
                <a:spcPct val="90000"/>
              </a:lnSpc>
              <a:buClr>
                <a:srgbClr val="000000"/>
              </a:buClr>
            </a:pPr>
            <a:r>
              <a:rPr lang="en-US" sz="1300" dirty="0">
                <a:solidFill>
                  <a:srgbClr val="10384F"/>
                </a:solidFill>
                <a:latin typeface="Arial"/>
                <a:cs typeface="Arial" charset="0"/>
              </a:rPr>
              <a:t>My Family</a:t>
            </a:r>
          </a:p>
        </p:txBody>
      </p:sp>
      <p:sp>
        <p:nvSpPr>
          <p:cNvPr id="46" name="Rectangle 31">
            <a:extLst>
              <a:ext uri="{FF2B5EF4-FFF2-40B4-BE49-F238E27FC236}">
                <a16:creationId xmlns:a16="http://schemas.microsoft.com/office/drawing/2014/main" id="{0481E096-847D-4B3A-A3BF-4BA0BDA473F1}"/>
              </a:ext>
            </a:extLst>
          </p:cNvPr>
          <p:cNvSpPr>
            <a:spLocks noChangeArrowheads="1"/>
          </p:cNvSpPr>
          <p:nvPr/>
        </p:nvSpPr>
        <p:spPr bwMode="gray">
          <a:xfrm>
            <a:off x="6721025" y="6618170"/>
            <a:ext cx="2247820" cy="18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903479">
              <a:lnSpc>
                <a:spcPct val="90000"/>
              </a:lnSpc>
              <a:buClr>
                <a:srgbClr val="000000"/>
              </a:buClr>
            </a:pPr>
            <a:r>
              <a:rPr lang="en-US" sz="1300" dirty="0">
                <a:solidFill>
                  <a:srgbClr val="10384F"/>
                </a:solidFill>
                <a:latin typeface="Arial"/>
                <a:cs typeface="Arial" charset="0"/>
              </a:rPr>
              <a:t>My Hobbies</a:t>
            </a:r>
          </a:p>
        </p:txBody>
      </p:sp>
      <p:sp>
        <p:nvSpPr>
          <p:cNvPr id="32" name="Rectangle 31"/>
          <p:cNvSpPr/>
          <p:nvPr/>
        </p:nvSpPr>
        <p:spPr>
          <a:xfrm>
            <a:off x="1710883" y="5014771"/>
            <a:ext cx="758541" cy="292388"/>
          </a:xfrm>
          <a:prstGeom prst="rect">
            <a:avLst/>
          </a:prstGeom>
        </p:spPr>
        <p:txBody>
          <a:bodyPr wrap="none">
            <a:spAutoFit/>
          </a:bodyPr>
          <a:lstStyle/>
          <a:p>
            <a:pPr marL="177782" lvl="1" indent="-177782" defTabSz="326857" fontAlgn="base">
              <a:spcBef>
                <a:spcPts val="300"/>
              </a:spcBef>
              <a:spcAft>
                <a:spcPct val="0"/>
              </a:spcAft>
              <a:buClr>
                <a:srgbClr val="005598"/>
              </a:buClr>
              <a:buSzPct val="85000"/>
              <a:defRPr>
                <a:latin typeface="Arial"/>
              </a:defRPr>
            </a:pPr>
            <a:r>
              <a:rPr lang="en-US" altLang="de-DE" sz="1300" i="1" kern="0" dirty="0">
                <a:solidFill>
                  <a:srgbClr val="10384F"/>
                </a:solidFill>
                <a:latin typeface="Arial"/>
              </a:rPr>
              <a:t>(picture)</a:t>
            </a:r>
          </a:p>
        </p:txBody>
      </p:sp>
      <p:sp>
        <p:nvSpPr>
          <p:cNvPr id="50" name="Rectangle 31">
            <a:extLst>
              <a:ext uri="{FF2B5EF4-FFF2-40B4-BE49-F238E27FC236}">
                <a16:creationId xmlns:a16="http://schemas.microsoft.com/office/drawing/2014/main" id="{3D91908D-67F6-482B-8BEB-0DC2DB69892B}"/>
              </a:ext>
            </a:extLst>
          </p:cNvPr>
          <p:cNvSpPr>
            <a:spLocks noChangeArrowheads="1"/>
          </p:cNvSpPr>
          <p:nvPr/>
        </p:nvSpPr>
        <p:spPr bwMode="gray">
          <a:xfrm>
            <a:off x="3994035" y="6618488"/>
            <a:ext cx="2247821" cy="18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903479">
              <a:lnSpc>
                <a:spcPct val="90000"/>
              </a:lnSpc>
              <a:buClr>
                <a:srgbClr val="000000"/>
              </a:buClr>
            </a:pPr>
            <a:r>
              <a:rPr lang="en-US" sz="1300" dirty="0">
                <a:solidFill>
                  <a:srgbClr val="10384F"/>
                </a:solidFill>
                <a:latin typeface="Arial"/>
                <a:cs typeface="Arial" charset="0"/>
              </a:rPr>
              <a:t>My Travels</a:t>
            </a:r>
          </a:p>
        </p:txBody>
      </p:sp>
      <p:sp>
        <p:nvSpPr>
          <p:cNvPr id="51" name="Rectangle 31">
            <a:extLst>
              <a:ext uri="{FF2B5EF4-FFF2-40B4-BE49-F238E27FC236}">
                <a16:creationId xmlns:a16="http://schemas.microsoft.com/office/drawing/2014/main" id="{3D91908D-67F6-482B-8BEB-0DC2DB69892B}"/>
              </a:ext>
            </a:extLst>
          </p:cNvPr>
          <p:cNvSpPr>
            <a:spLocks noChangeArrowheads="1"/>
          </p:cNvSpPr>
          <p:nvPr/>
        </p:nvSpPr>
        <p:spPr bwMode="gray">
          <a:xfrm>
            <a:off x="9400000" y="6614976"/>
            <a:ext cx="1357935" cy="18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903479">
              <a:lnSpc>
                <a:spcPct val="90000"/>
              </a:lnSpc>
              <a:buClr>
                <a:srgbClr val="000000"/>
              </a:buClr>
            </a:pPr>
            <a:r>
              <a:rPr lang="en-US" sz="1300" dirty="0">
                <a:solidFill>
                  <a:srgbClr val="10384F"/>
                </a:solidFill>
                <a:latin typeface="Arial"/>
                <a:cs typeface="Arial" charset="0"/>
              </a:rPr>
              <a:t>My Competencies</a:t>
            </a:r>
          </a:p>
        </p:txBody>
      </p:sp>
      <p:sp>
        <p:nvSpPr>
          <p:cNvPr id="10" name="TextBox 9">
            <a:extLst>
              <a:ext uri="{FF2B5EF4-FFF2-40B4-BE49-F238E27FC236}">
                <a16:creationId xmlns:a16="http://schemas.microsoft.com/office/drawing/2014/main" id="{40F50B73-D022-8144-9FF7-2ACA5E86E108}"/>
              </a:ext>
            </a:extLst>
          </p:cNvPr>
          <p:cNvSpPr txBox="1"/>
          <p:nvPr/>
        </p:nvSpPr>
        <p:spPr bwMode="gray">
          <a:xfrm>
            <a:off x="8801989" y="1503270"/>
            <a:ext cx="2970488" cy="268988"/>
          </a:xfrm>
          <a:prstGeom prst="rect">
            <a:avLst/>
          </a:prstGeom>
          <a:noFill/>
        </p:spPr>
        <p:txBody>
          <a:bodyPr wrap="square" lIns="71991" tIns="0" rIns="71991" bIns="0" rtlCol="0">
            <a:noAutofit/>
          </a:bodyPr>
          <a:lstStyle/>
          <a:p>
            <a:pPr>
              <a:spcAft>
                <a:spcPts val="600"/>
              </a:spcAft>
              <a:buClr>
                <a:srgbClr val="005598"/>
              </a:buClr>
              <a:buSzPct val="85000"/>
            </a:pPr>
            <a:r>
              <a:rPr lang="en-US" sz="1600" b="1" dirty="0">
                <a:solidFill>
                  <a:srgbClr val="10384F"/>
                </a:solidFill>
                <a:latin typeface="Arial"/>
              </a:rPr>
              <a:t>Education:</a:t>
            </a:r>
          </a:p>
        </p:txBody>
      </p:sp>
      <p:sp>
        <p:nvSpPr>
          <p:cNvPr id="48" name="TextBox 47">
            <a:extLst>
              <a:ext uri="{FF2B5EF4-FFF2-40B4-BE49-F238E27FC236}">
                <a16:creationId xmlns:a16="http://schemas.microsoft.com/office/drawing/2014/main" id="{481A5722-B28E-6849-BE27-25B9A9F30EFB}"/>
              </a:ext>
            </a:extLst>
          </p:cNvPr>
          <p:cNvSpPr txBox="1"/>
          <p:nvPr/>
        </p:nvSpPr>
        <p:spPr bwMode="gray">
          <a:xfrm>
            <a:off x="4125661" y="1503270"/>
            <a:ext cx="3674208" cy="251560"/>
          </a:xfrm>
          <a:prstGeom prst="rect">
            <a:avLst/>
          </a:prstGeom>
          <a:noFill/>
        </p:spPr>
        <p:txBody>
          <a:bodyPr wrap="square" lIns="71991" tIns="0" rIns="71991" bIns="0" rtlCol="0">
            <a:noAutofit/>
          </a:bodyPr>
          <a:lstStyle/>
          <a:p>
            <a:pPr>
              <a:buClr>
                <a:srgbClr val="005598"/>
              </a:buClr>
              <a:buSzPct val="85000"/>
            </a:pPr>
            <a:r>
              <a:rPr lang="en-US" sz="1600" b="1" dirty="0">
                <a:solidFill>
                  <a:srgbClr val="10384F"/>
                </a:solidFill>
                <a:latin typeface="Arial"/>
              </a:rPr>
              <a:t>Professional Experience:</a:t>
            </a:r>
          </a:p>
        </p:txBody>
      </p:sp>
      <p:sp>
        <p:nvSpPr>
          <p:cNvPr id="81" name="Rectangle 80">
            <a:extLst>
              <a:ext uri="{FF2B5EF4-FFF2-40B4-BE49-F238E27FC236}">
                <a16:creationId xmlns:a16="http://schemas.microsoft.com/office/drawing/2014/main" id="{7E243E40-C569-2E42-83A9-B6A1C1BB410A}"/>
              </a:ext>
            </a:extLst>
          </p:cNvPr>
          <p:cNvSpPr/>
          <p:nvPr/>
        </p:nvSpPr>
        <p:spPr>
          <a:xfrm>
            <a:off x="4099686" y="1775712"/>
            <a:ext cx="4660611" cy="1600438"/>
          </a:xfrm>
          <a:prstGeom prst="rect">
            <a:avLst/>
          </a:prstGeom>
        </p:spPr>
        <p:txBody>
          <a:bodyPr wrap="square">
            <a:spAutoFit/>
          </a:bodyPr>
          <a:lstStyle/>
          <a:p>
            <a:pPr>
              <a:spcAft>
                <a:spcPts val="600"/>
              </a:spcAft>
              <a:buClr>
                <a:srgbClr val="005598"/>
              </a:buClr>
              <a:buSzPct val="85000"/>
            </a:pPr>
            <a:r>
              <a:rPr lang="en-US" sz="1600" dirty="0">
                <a:solidFill>
                  <a:srgbClr val="10384F"/>
                </a:solidFill>
                <a:latin typeface="Arial"/>
                <a:cs typeface="Arial" charset="0"/>
              </a:rPr>
              <a:t>2018 – Visiting Scholar at University of Florida</a:t>
            </a:r>
          </a:p>
          <a:p>
            <a:pPr>
              <a:spcAft>
                <a:spcPts val="600"/>
              </a:spcAft>
              <a:buClr>
                <a:srgbClr val="005598"/>
              </a:buClr>
              <a:buSzPct val="85000"/>
            </a:pPr>
            <a:r>
              <a:rPr lang="en-US" sz="1600" dirty="0">
                <a:solidFill>
                  <a:srgbClr val="10384F"/>
                </a:solidFill>
                <a:latin typeface="Arial"/>
                <a:cs typeface="Arial" charset="0"/>
              </a:rPr>
              <a:t>2019 – Senior Research in Eucalyptus Breeder;</a:t>
            </a:r>
          </a:p>
          <a:p>
            <a:pPr>
              <a:spcAft>
                <a:spcPts val="600"/>
              </a:spcAft>
              <a:buClr>
                <a:srgbClr val="005598"/>
              </a:buClr>
              <a:buSzPct val="85000"/>
            </a:pPr>
            <a:r>
              <a:rPr lang="en-US" sz="1600" dirty="0">
                <a:solidFill>
                  <a:srgbClr val="10384F"/>
                </a:solidFill>
                <a:latin typeface="Arial"/>
                <a:cs typeface="Arial" charset="0"/>
              </a:rPr>
              <a:t>2023 – Expert in Eucalyptus and Acacia Breeder;</a:t>
            </a:r>
          </a:p>
          <a:p>
            <a:pPr>
              <a:spcAft>
                <a:spcPts val="600"/>
              </a:spcAft>
              <a:buClr>
                <a:srgbClr val="005598"/>
              </a:buClr>
              <a:buSzPct val="85000"/>
            </a:pPr>
            <a:r>
              <a:rPr lang="en-US" sz="1600" dirty="0">
                <a:solidFill>
                  <a:srgbClr val="10384F"/>
                </a:solidFill>
                <a:latin typeface="Arial"/>
                <a:cs typeface="Arial" charset="0"/>
              </a:rPr>
              <a:t>2025 – Eucalyptus Breeding Coordinator</a:t>
            </a:r>
          </a:p>
          <a:p>
            <a:pPr>
              <a:buClr>
                <a:srgbClr val="005598"/>
              </a:buClr>
              <a:buSzPct val="85000"/>
            </a:pPr>
            <a:endParaRPr lang="en-US" sz="1400" dirty="0">
              <a:solidFill>
                <a:srgbClr val="10384F"/>
              </a:solidFill>
              <a:latin typeface="Arial"/>
              <a:cs typeface="Arial" charset="0"/>
            </a:endParaRPr>
          </a:p>
        </p:txBody>
      </p:sp>
      <p:sp>
        <p:nvSpPr>
          <p:cNvPr id="75" name="Rectangle 50">
            <a:extLst>
              <a:ext uri="{FF2B5EF4-FFF2-40B4-BE49-F238E27FC236}">
                <a16:creationId xmlns:a16="http://schemas.microsoft.com/office/drawing/2014/main" id="{0EA80126-61E0-4C07-B581-D112CB32A489}"/>
              </a:ext>
            </a:extLst>
          </p:cNvPr>
          <p:cNvSpPr>
            <a:spLocks noChangeArrowheads="1"/>
          </p:cNvSpPr>
          <p:nvPr/>
        </p:nvSpPr>
        <p:spPr bwMode="gray">
          <a:xfrm rot="21241164">
            <a:off x="3943538" y="3814364"/>
            <a:ext cx="2348819" cy="2444120"/>
          </a:xfrm>
          <a:prstGeom prst="rect">
            <a:avLst/>
          </a:prstGeom>
          <a:solidFill>
            <a:srgbClr val="10384F"/>
          </a:solidFill>
          <a:ln>
            <a:noFill/>
          </a:ln>
        </p:spPr>
        <p:txBody>
          <a:bodyPr wrap="none" lIns="92347" tIns="46192" rIns="92347" bIns="46192" anchor="ctr"/>
          <a:lstStyle/>
          <a:p>
            <a:pPr defTabSz="905235"/>
            <a:endParaRPr lang="en-US" sz="1300" dirty="0">
              <a:latin typeface="Arial"/>
              <a:cs typeface="Arial" charset="0"/>
            </a:endParaRPr>
          </a:p>
        </p:txBody>
      </p:sp>
      <p:sp>
        <p:nvSpPr>
          <p:cNvPr id="31" name="Rectangle 30">
            <a:extLst>
              <a:ext uri="{FF2B5EF4-FFF2-40B4-BE49-F238E27FC236}">
                <a16:creationId xmlns:a16="http://schemas.microsoft.com/office/drawing/2014/main" id="{0779C770-F96A-4585-9DA8-D1D63EB1B4E9}"/>
              </a:ext>
            </a:extLst>
          </p:cNvPr>
          <p:cNvSpPr/>
          <p:nvPr/>
        </p:nvSpPr>
        <p:spPr>
          <a:xfrm>
            <a:off x="9346314" y="4463842"/>
            <a:ext cx="2289781" cy="1754326"/>
          </a:xfrm>
          <a:prstGeom prst="rect">
            <a:avLst/>
          </a:prstGeom>
        </p:spPr>
        <p:txBody>
          <a:bodyPr wrap="square">
            <a:spAutoFit/>
          </a:bodyPr>
          <a:lstStyle/>
          <a:p>
            <a:pPr fontAlgn="base"/>
            <a:r>
              <a:rPr lang="en-US" sz="1200" b="1" dirty="0">
                <a:solidFill>
                  <a:srgbClr val="FFFFFF"/>
                </a:solidFill>
                <a:latin typeface="Calibri" panose="020F0502020204030204" pitchFamily="34" charset="0"/>
              </a:rPr>
              <a:t>Architect</a:t>
            </a:r>
          </a:p>
          <a:p>
            <a:pPr marL="171450" indent="-171450" fontAlgn="base">
              <a:buFont typeface="Arial" panose="020B0604020202020204" pitchFamily="34" charset="0"/>
              <a:buChar char="•"/>
            </a:pPr>
            <a:r>
              <a:rPr lang="en-US" sz="1200" dirty="0">
                <a:solidFill>
                  <a:srgbClr val="FFFFFF"/>
                </a:solidFill>
                <a:latin typeface="Calibri" panose="020F0502020204030204" pitchFamily="34" charset="0"/>
              </a:rPr>
              <a:t>Efficient</a:t>
            </a:r>
          </a:p>
          <a:p>
            <a:pPr marL="171450" indent="-171450" fontAlgn="base">
              <a:buFont typeface="Arial" panose="020B0604020202020204" pitchFamily="34" charset="0"/>
              <a:buChar char="•"/>
            </a:pPr>
            <a:r>
              <a:rPr lang="en-US" sz="1200" dirty="0">
                <a:solidFill>
                  <a:srgbClr val="FFFFFF"/>
                </a:solidFill>
                <a:latin typeface="Calibri" panose="020F0502020204030204" pitchFamily="34" charset="0"/>
              </a:rPr>
              <a:t>Clear Communication</a:t>
            </a:r>
          </a:p>
          <a:p>
            <a:pPr marL="171450" indent="-171450" fontAlgn="base">
              <a:buFont typeface="Arial" panose="020B0604020202020204" pitchFamily="34" charset="0"/>
              <a:buChar char="•"/>
            </a:pPr>
            <a:r>
              <a:rPr lang="en-US" sz="1200" dirty="0">
                <a:solidFill>
                  <a:srgbClr val="FFFFFF"/>
                </a:solidFill>
                <a:latin typeface="Calibri" panose="020F0502020204030204" pitchFamily="34" charset="0"/>
              </a:rPr>
              <a:t>Maximizing efficiency everyday</a:t>
            </a:r>
          </a:p>
          <a:p>
            <a:pPr marL="171450" indent="-171450" fontAlgn="base">
              <a:buFont typeface="Arial" panose="020B0604020202020204" pitchFamily="34" charset="0"/>
              <a:buChar char="•"/>
            </a:pPr>
            <a:r>
              <a:rPr lang="en-US" sz="1200" dirty="0">
                <a:solidFill>
                  <a:srgbClr val="FFFFFF"/>
                </a:solidFill>
                <a:latin typeface="Calibri" panose="020F0502020204030204" pitchFamily="34" charset="0"/>
              </a:rPr>
              <a:t>Autonomy</a:t>
            </a:r>
          </a:p>
          <a:p>
            <a:pPr algn="ctr" fontAlgn="base"/>
            <a:endParaRPr lang="en-US" sz="1200" dirty="0">
              <a:solidFill>
                <a:srgbClr val="FFFFFF"/>
              </a:solidFill>
              <a:latin typeface="Calibri" panose="020F0502020204030204" pitchFamily="34" charset="0"/>
            </a:endParaRPr>
          </a:p>
          <a:p>
            <a:pPr algn="ctr" fontAlgn="base"/>
            <a:r>
              <a:rPr lang="en-US" sz="1200" dirty="0">
                <a:solidFill>
                  <a:srgbClr val="FFFFFF"/>
                </a:solidFill>
                <a:latin typeface="Calibri" panose="020F0502020204030204" pitchFamily="34" charset="0"/>
              </a:rPr>
              <a:t>I’ve combined scientific rigor with people development to drive impact in breeding programs.</a:t>
            </a:r>
            <a:endParaRPr lang="en-US" sz="1200" dirty="0">
              <a:solidFill>
                <a:srgbClr val="FFFFFF"/>
              </a:solidFill>
              <a:latin typeface="Arial" panose="020B0604020202020204" pitchFamily="34" charset="0"/>
            </a:endParaRPr>
          </a:p>
        </p:txBody>
      </p:sp>
      <p:sp>
        <p:nvSpPr>
          <p:cNvPr id="7168" name="TextBox 7167">
            <a:extLst>
              <a:ext uri="{FF2B5EF4-FFF2-40B4-BE49-F238E27FC236}">
                <a16:creationId xmlns:a16="http://schemas.microsoft.com/office/drawing/2014/main" id="{05F1A230-A59D-437B-B304-CA7A2D7AFC08}"/>
              </a:ext>
            </a:extLst>
          </p:cNvPr>
          <p:cNvSpPr txBox="1"/>
          <p:nvPr/>
        </p:nvSpPr>
        <p:spPr bwMode="gray">
          <a:xfrm>
            <a:off x="9852730" y="4278728"/>
            <a:ext cx="935073" cy="369299"/>
          </a:xfrm>
          <a:prstGeom prst="rect">
            <a:avLst/>
          </a:prstGeom>
          <a:noFill/>
        </p:spPr>
        <p:txBody>
          <a:bodyPr wrap="square" lIns="71991" tIns="0" rIns="71991" bIns="0" rtlCol="0">
            <a:noAutofit/>
          </a:bodyPr>
          <a:lstStyle/>
          <a:p>
            <a:pPr>
              <a:buClr>
                <a:srgbClr val="005598"/>
              </a:buClr>
              <a:buSzPct val="85000"/>
            </a:pPr>
            <a:r>
              <a:rPr lang="en-US" sz="1600" b="1" dirty="0">
                <a:solidFill>
                  <a:srgbClr val="FFFFFF"/>
                </a:solidFill>
                <a:latin typeface="Calibri" panose="020F0502020204030204" pitchFamily="34" charset="0"/>
                <a:cs typeface="Calibri" panose="020F0502020204030204" pitchFamily="34" charset="0"/>
              </a:rPr>
              <a:t>DISC</a:t>
            </a:r>
            <a:r>
              <a:rPr lang="en-US" sz="1600" dirty="0">
                <a:solidFill>
                  <a:srgbClr val="FFFFFF"/>
                </a:solidFill>
                <a:latin typeface="Calibri" panose="020F0502020204030204" pitchFamily="34" charset="0"/>
                <a:cs typeface="Calibri" panose="020F0502020204030204" pitchFamily="34" charset="0"/>
              </a:rPr>
              <a:t>: Dc</a:t>
            </a:r>
          </a:p>
        </p:txBody>
      </p:sp>
      <p:sp>
        <p:nvSpPr>
          <p:cNvPr id="8" name="TextBox 7">
            <a:extLst>
              <a:ext uri="{FF2B5EF4-FFF2-40B4-BE49-F238E27FC236}">
                <a16:creationId xmlns:a16="http://schemas.microsoft.com/office/drawing/2014/main" id="{81C7983D-7C1D-107A-306C-C7D66F72432D}"/>
              </a:ext>
            </a:extLst>
          </p:cNvPr>
          <p:cNvSpPr txBox="1"/>
          <p:nvPr/>
        </p:nvSpPr>
        <p:spPr bwMode="gray">
          <a:xfrm>
            <a:off x="8801990" y="1751676"/>
            <a:ext cx="2846612" cy="1323439"/>
          </a:xfrm>
          <a:prstGeom prst="rect">
            <a:avLst/>
          </a:prstGeom>
        </p:spPr>
        <p:txBody>
          <a:bodyPr wrap="square">
            <a:spAutoFit/>
          </a:bodyPr>
          <a:lstStyle>
            <a:defPPr>
              <a:defRPr lang="de-DE">
                <a:latin typeface="Arial"/>
              </a:defRPr>
            </a:defPPr>
            <a:lvl1pPr>
              <a:buClr>
                <a:srgbClr val="005598"/>
              </a:buClr>
              <a:buSzPct val="85000"/>
              <a:defRPr sz="1600">
                <a:solidFill>
                  <a:srgbClr val="10384F"/>
                </a:solidFill>
                <a:latin typeface="Arial"/>
                <a:cs typeface="Arial" charset="0"/>
              </a:defRPr>
            </a:lvl1pPr>
          </a:lstStyle>
          <a:p>
            <a:r>
              <a:rPr lang="en-US" dirty="0">
                <a:latin typeface="Arial"/>
              </a:rPr>
              <a:t>BS – Forest engineer</a:t>
            </a:r>
          </a:p>
          <a:p>
            <a:r>
              <a:rPr lang="en-US" dirty="0">
                <a:latin typeface="Arial"/>
              </a:rPr>
              <a:t>MSc &amp; PhD – Quantitative Genetics</a:t>
            </a:r>
          </a:p>
          <a:p>
            <a:r>
              <a:rPr lang="en-US" dirty="0">
                <a:latin typeface="Arial"/>
              </a:rPr>
              <a:t>MBA – Leadership and Innovation</a:t>
            </a:r>
          </a:p>
        </p:txBody>
      </p:sp>
      <p:pic>
        <p:nvPicPr>
          <p:cNvPr id="12" name="Picture 11" descr="A person in a black shirt&#10;&#10;AI-generated content may be incorrect.">
            <a:extLst>
              <a:ext uri="{FF2B5EF4-FFF2-40B4-BE49-F238E27FC236}">
                <a16:creationId xmlns:a16="http://schemas.microsoft.com/office/drawing/2014/main" id="{27042DB9-44A8-8CA3-2295-8E086D8D58CC}"/>
              </a:ext>
            </a:extLst>
          </p:cNvPr>
          <p:cNvPicPr>
            <a:picLocks noChangeAspect="1"/>
          </p:cNvPicPr>
          <p:nvPr/>
        </p:nvPicPr>
        <p:blipFill>
          <a:blip r:embed="rId5"/>
          <a:stretch>
            <a:fillRect/>
          </a:stretch>
        </p:blipFill>
        <p:spPr>
          <a:xfrm>
            <a:off x="1333858" y="1497667"/>
            <a:ext cx="1658742" cy="2193527"/>
          </a:xfrm>
          <a:prstGeom prst="rect">
            <a:avLst/>
          </a:prstGeom>
          <a:ln>
            <a:solidFill>
              <a:srgbClr val="000000"/>
            </a:solidFill>
          </a:ln>
        </p:spPr>
      </p:pic>
      <p:pic>
        <p:nvPicPr>
          <p:cNvPr id="25" name="Picture 24" descr="A person and person standing together in a desert&#10;&#10;AI-generated content may be incorrect.">
            <a:extLst>
              <a:ext uri="{FF2B5EF4-FFF2-40B4-BE49-F238E27FC236}">
                <a16:creationId xmlns:a16="http://schemas.microsoft.com/office/drawing/2014/main" id="{EC1C7535-7AB5-5CCF-8388-C09E24EB09DC}"/>
              </a:ext>
            </a:extLst>
          </p:cNvPr>
          <p:cNvPicPr>
            <a:picLocks noChangeAspect="1"/>
          </p:cNvPicPr>
          <p:nvPr/>
        </p:nvPicPr>
        <p:blipFill>
          <a:blip r:embed="rId6"/>
          <a:stretch>
            <a:fillRect/>
          </a:stretch>
        </p:blipFill>
        <p:spPr>
          <a:xfrm>
            <a:off x="2095772" y="3754533"/>
            <a:ext cx="1550684" cy="2067578"/>
          </a:xfrm>
          <a:prstGeom prst="rect">
            <a:avLst/>
          </a:prstGeom>
          <a:ln>
            <a:solidFill>
              <a:srgbClr val="000000"/>
            </a:solidFill>
          </a:ln>
        </p:spPr>
      </p:pic>
      <p:pic>
        <p:nvPicPr>
          <p:cNvPr id="28" name="Picture 27" descr="A child standing on sand and giving thumbs up&#10;&#10;AI-generated content may be incorrect.">
            <a:extLst>
              <a:ext uri="{FF2B5EF4-FFF2-40B4-BE49-F238E27FC236}">
                <a16:creationId xmlns:a16="http://schemas.microsoft.com/office/drawing/2014/main" id="{640C1E1A-A87E-C78E-0FE3-AA70FEA7CCDC}"/>
              </a:ext>
            </a:extLst>
          </p:cNvPr>
          <p:cNvPicPr>
            <a:picLocks noChangeAspect="1"/>
          </p:cNvPicPr>
          <p:nvPr/>
        </p:nvPicPr>
        <p:blipFill>
          <a:blip r:embed="rId7"/>
          <a:srcRect r="44731"/>
          <a:stretch/>
        </p:blipFill>
        <p:spPr>
          <a:xfrm>
            <a:off x="1281573" y="4884080"/>
            <a:ext cx="639635" cy="1543096"/>
          </a:xfrm>
          <a:prstGeom prst="rect">
            <a:avLst/>
          </a:prstGeom>
          <a:ln>
            <a:solidFill>
              <a:srgbClr val="000000"/>
            </a:solidFill>
          </a:ln>
        </p:spPr>
      </p:pic>
      <p:pic>
        <p:nvPicPr>
          <p:cNvPr id="23" name="Picture 22" descr="A person taking a selfie with a group of people&#10;&#10;AI-generated content may be incorrect.">
            <a:extLst>
              <a:ext uri="{FF2B5EF4-FFF2-40B4-BE49-F238E27FC236}">
                <a16:creationId xmlns:a16="http://schemas.microsoft.com/office/drawing/2014/main" id="{B180AFCB-91F1-7E5F-AA50-37BEE33EA607}"/>
              </a:ext>
            </a:extLst>
          </p:cNvPr>
          <p:cNvPicPr>
            <a:picLocks noChangeAspect="1"/>
          </p:cNvPicPr>
          <p:nvPr/>
        </p:nvPicPr>
        <p:blipFill>
          <a:blip r:embed="rId8"/>
          <a:stretch>
            <a:fillRect/>
          </a:stretch>
        </p:blipFill>
        <p:spPr>
          <a:xfrm>
            <a:off x="574444" y="3829747"/>
            <a:ext cx="1825460" cy="1370877"/>
          </a:xfrm>
          <a:prstGeom prst="rect">
            <a:avLst/>
          </a:prstGeom>
          <a:ln>
            <a:solidFill>
              <a:srgbClr val="000000"/>
            </a:solidFill>
          </a:ln>
        </p:spPr>
      </p:pic>
      <p:pic>
        <p:nvPicPr>
          <p:cNvPr id="33" name="Picture 32" descr="A person holding a skateboard in the desert&#10;&#10;AI-generated content may be incorrect.">
            <a:extLst>
              <a:ext uri="{FF2B5EF4-FFF2-40B4-BE49-F238E27FC236}">
                <a16:creationId xmlns:a16="http://schemas.microsoft.com/office/drawing/2014/main" id="{1494F727-AA1F-B5D5-613C-4D471B295D29}"/>
              </a:ext>
            </a:extLst>
          </p:cNvPr>
          <p:cNvPicPr>
            <a:picLocks noChangeAspect="1"/>
          </p:cNvPicPr>
          <p:nvPr/>
        </p:nvPicPr>
        <p:blipFill>
          <a:blip r:embed="rId9"/>
          <a:stretch>
            <a:fillRect/>
          </a:stretch>
        </p:blipFill>
        <p:spPr>
          <a:xfrm>
            <a:off x="3811920" y="5062240"/>
            <a:ext cx="1019252" cy="1338919"/>
          </a:xfrm>
          <a:prstGeom prst="rect">
            <a:avLst/>
          </a:prstGeom>
          <a:ln>
            <a:solidFill>
              <a:srgbClr val="000000"/>
            </a:solidFill>
          </a:ln>
        </p:spPr>
      </p:pic>
      <p:pic>
        <p:nvPicPr>
          <p:cNvPr id="39" name="Picture 38" descr="A person holding a cup&#10;&#10;AI-generated content may be incorrect.">
            <a:extLst>
              <a:ext uri="{FF2B5EF4-FFF2-40B4-BE49-F238E27FC236}">
                <a16:creationId xmlns:a16="http://schemas.microsoft.com/office/drawing/2014/main" id="{A28CB8A5-D5C9-6BB2-6E61-4F564BC1D0A7}"/>
              </a:ext>
            </a:extLst>
          </p:cNvPr>
          <p:cNvPicPr>
            <a:picLocks noChangeAspect="1"/>
          </p:cNvPicPr>
          <p:nvPr/>
        </p:nvPicPr>
        <p:blipFill>
          <a:blip r:embed="rId10"/>
          <a:stretch>
            <a:fillRect/>
          </a:stretch>
        </p:blipFill>
        <p:spPr>
          <a:xfrm>
            <a:off x="5289428" y="3723841"/>
            <a:ext cx="1020079" cy="1360105"/>
          </a:xfrm>
          <a:prstGeom prst="rect">
            <a:avLst/>
          </a:prstGeom>
          <a:ln>
            <a:solidFill>
              <a:srgbClr val="000000"/>
            </a:solidFill>
          </a:ln>
        </p:spPr>
      </p:pic>
      <p:pic>
        <p:nvPicPr>
          <p:cNvPr id="44" name="Picture 43" descr="A person swimming with a turtle&#10;&#10;AI-generated content may be incorrect.">
            <a:extLst>
              <a:ext uri="{FF2B5EF4-FFF2-40B4-BE49-F238E27FC236}">
                <a16:creationId xmlns:a16="http://schemas.microsoft.com/office/drawing/2014/main" id="{4B1506D9-E017-B0AC-44C3-8EE2EE9A0816}"/>
              </a:ext>
            </a:extLst>
          </p:cNvPr>
          <p:cNvPicPr>
            <a:picLocks noChangeAspect="1"/>
          </p:cNvPicPr>
          <p:nvPr/>
        </p:nvPicPr>
        <p:blipFill>
          <a:blip r:embed="rId11"/>
          <a:srcRect l="18773" t="34250" r="23458" b="21603"/>
          <a:stretch/>
        </p:blipFill>
        <p:spPr>
          <a:xfrm>
            <a:off x="4918465" y="5132985"/>
            <a:ext cx="1331807" cy="1357016"/>
          </a:xfrm>
          <a:prstGeom prst="rect">
            <a:avLst/>
          </a:prstGeom>
          <a:ln>
            <a:solidFill>
              <a:srgbClr val="000000"/>
            </a:solidFill>
          </a:ln>
        </p:spPr>
      </p:pic>
      <p:pic>
        <p:nvPicPr>
          <p:cNvPr id="47" name="Picture 46" descr="A person and person sitting next to a large reptile&#10;&#10;AI-generated content may be incorrect.">
            <a:extLst>
              <a:ext uri="{FF2B5EF4-FFF2-40B4-BE49-F238E27FC236}">
                <a16:creationId xmlns:a16="http://schemas.microsoft.com/office/drawing/2014/main" id="{2D349FC8-907F-6C50-C1B5-EA98473F4C84}"/>
              </a:ext>
            </a:extLst>
          </p:cNvPr>
          <p:cNvPicPr>
            <a:picLocks noChangeAspect="1"/>
          </p:cNvPicPr>
          <p:nvPr/>
        </p:nvPicPr>
        <p:blipFill>
          <a:blip r:embed="rId12"/>
          <a:srcRect l="11692" t="21838" r="10845" b="30586"/>
          <a:stretch/>
        </p:blipFill>
        <p:spPr>
          <a:xfrm>
            <a:off x="3707894" y="3802165"/>
            <a:ext cx="1524030" cy="1248034"/>
          </a:xfrm>
          <a:prstGeom prst="rect">
            <a:avLst/>
          </a:prstGeom>
          <a:ln>
            <a:solidFill>
              <a:srgbClr val="000000"/>
            </a:solidFill>
          </a:ln>
        </p:spPr>
      </p:pic>
      <p:pic>
        <p:nvPicPr>
          <p:cNvPr id="52" name="Picture 51" descr="A child flying a kite on a beach&#10;&#10;AI-generated content may be incorrect.">
            <a:extLst>
              <a:ext uri="{FF2B5EF4-FFF2-40B4-BE49-F238E27FC236}">
                <a16:creationId xmlns:a16="http://schemas.microsoft.com/office/drawing/2014/main" id="{F86FB47A-4B04-298B-7CAB-8A7D1C427CB3}"/>
              </a:ext>
            </a:extLst>
          </p:cNvPr>
          <p:cNvPicPr>
            <a:picLocks noChangeAspect="1"/>
          </p:cNvPicPr>
          <p:nvPr/>
        </p:nvPicPr>
        <p:blipFill>
          <a:blip r:embed="rId13"/>
          <a:stretch>
            <a:fillRect/>
          </a:stretch>
        </p:blipFill>
        <p:spPr>
          <a:xfrm>
            <a:off x="6436469" y="3522965"/>
            <a:ext cx="1157999" cy="1549163"/>
          </a:xfrm>
          <a:prstGeom prst="rect">
            <a:avLst/>
          </a:prstGeom>
          <a:ln>
            <a:solidFill>
              <a:srgbClr val="000000"/>
            </a:solidFill>
          </a:ln>
        </p:spPr>
      </p:pic>
      <p:pic>
        <p:nvPicPr>
          <p:cNvPr id="54" name="Picture 53" descr="A person and person skydiving over a city&#10;&#10;AI-generated content may be incorrect.">
            <a:extLst>
              <a:ext uri="{FF2B5EF4-FFF2-40B4-BE49-F238E27FC236}">
                <a16:creationId xmlns:a16="http://schemas.microsoft.com/office/drawing/2014/main" id="{CF691843-572A-D221-4FCF-11FCA2CA3368}"/>
              </a:ext>
            </a:extLst>
          </p:cNvPr>
          <p:cNvPicPr>
            <a:picLocks noChangeAspect="1"/>
          </p:cNvPicPr>
          <p:nvPr/>
        </p:nvPicPr>
        <p:blipFill>
          <a:blip r:embed="rId14"/>
          <a:stretch>
            <a:fillRect/>
          </a:stretch>
        </p:blipFill>
        <p:spPr>
          <a:xfrm>
            <a:off x="6436469" y="4922901"/>
            <a:ext cx="1550875" cy="1357016"/>
          </a:xfrm>
          <a:prstGeom prst="rect">
            <a:avLst/>
          </a:prstGeom>
          <a:ln>
            <a:solidFill>
              <a:srgbClr val="000000"/>
            </a:solidFill>
          </a:ln>
        </p:spPr>
      </p:pic>
      <p:pic>
        <p:nvPicPr>
          <p:cNvPr id="56" name="Picture 55" descr="A person and person sitting on a glass floor with a city in the background&#10;&#10;AI-generated content may be incorrect.">
            <a:extLst>
              <a:ext uri="{FF2B5EF4-FFF2-40B4-BE49-F238E27FC236}">
                <a16:creationId xmlns:a16="http://schemas.microsoft.com/office/drawing/2014/main" id="{250270A0-2575-D7E5-8CDB-E29ED0EF0E08}"/>
              </a:ext>
            </a:extLst>
          </p:cNvPr>
          <p:cNvPicPr>
            <a:picLocks noChangeAspect="1"/>
          </p:cNvPicPr>
          <p:nvPr/>
        </p:nvPicPr>
        <p:blipFill>
          <a:blip r:embed="rId15"/>
          <a:stretch>
            <a:fillRect/>
          </a:stretch>
        </p:blipFill>
        <p:spPr>
          <a:xfrm>
            <a:off x="7591875" y="3933887"/>
            <a:ext cx="1565948" cy="1046249"/>
          </a:xfrm>
          <a:prstGeom prst="rect">
            <a:avLst/>
          </a:prstGeom>
          <a:ln>
            <a:solidFill>
              <a:srgbClr val="000000"/>
            </a:solidFill>
          </a:ln>
        </p:spPr>
      </p:pic>
      <p:pic>
        <p:nvPicPr>
          <p:cNvPr id="58" name="Picture 57" descr="A large rock formation with a sandy beach and blue water&#10;&#10;AI-generated content may be incorrect.">
            <a:extLst>
              <a:ext uri="{FF2B5EF4-FFF2-40B4-BE49-F238E27FC236}">
                <a16:creationId xmlns:a16="http://schemas.microsoft.com/office/drawing/2014/main" id="{265B8B79-BB00-4150-712E-4CD1BD47F9C9}"/>
              </a:ext>
            </a:extLst>
          </p:cNvPr>
          <p:cNvPicPr>
            <a:picLocks noChangeAspect="1"/>
          </p:cNvPicPr>
          <p:nvPr/>
        </p:nvPicPr>
        <p:blipFill>
          <a:blip r:embed="rId16"/>
          <a:stretch>
            <a:fillRect/>
          </a:stretch>
        </p:blipFill>
        <p:spPr>
          <a:xfrm>
            <a:off x="8047561" y="4965042"/>
            <a:ext cx="1029562" cy="1372749"/>
          </a:xfrm>
          <a:prstGeom prst="rect">
            <a:avLst/>
          </a:prstGeom>
          <a:ln>
            <a:solidFill>
              <a:srgbClr val="000000"/>
            </a:solidFill>
          </a:ln>
        </p:spPr>
      </p:pic>
      <p:pic>
        <p:nvPicPr>
          <p:cNvPr id="60" name="Picture 59">
            <a:extLst>
              <a:ext uri="{FF2B5EF4-FFF2-40B4-BE49-F238E27FC236}">
                <a16:creationId xmlns:a16="http://schemas.microsoft.com/office/drawing/2014/main" id="{6591E220-9262-B8B6-A396-6B3682A01A65}"/>
              </a:ext>
            </a:extLst>
          </p:cNvPr>
          <p:cNvPicPr>
            <a:picLocks noChangeAspect="1"/>
          </p:cNvPicPr>
          <p:nvPr/>
        </p:nvPicPr>
        <p:blipFill>
          <a:blip r:embed="rId17"/>
          <a:stretch>
            <a:fillRect/>
          </a:stretch>
        </p:blipFill>
        <p:spPr>
          <a:xfrm>
            <a:off x="10932564" y="3803553"/>
            <a:ext cx="1308299" cy="1280063"/>
          </a:xfrm>
          <a:prstGeom prst="ellipse">
            <a:avLst/>
          </a:prstGeom>
        </p:spPr>
      </p:pic>
      <p:pic>
        <p:nvPicPr>
          <p:cNvPr id="61" name="Picture 3" descr="Identidade Visual - UFLA - Universidade Federal de Lavras">
            <a:extLst>
              <a:ext uri="{FF2B5EF4-FFF2-40B4-BE49-F238E27FC236}">
                <a16:creationId xmlns:a16="http://schemas.microsoft.com/office/drawing/2014/main" id="{C76F35FD-D852-8093-D773-91E6646633D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14798" y="1719046"/>
            <a:ext cx="669947" cy="24830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3" descr="University of Florida Logo, symbol, meaning, history, PNG, brand">
            <a:extLst>
              <a:ext uri="{FF2B5EF4-FFF2-40B4-BE49-F238E27FC236}">
                <a16:creationId xmlns:a16="http://schemas.microsoft.com/office/drawing/2014/main" id="{AF622CF6-F240-5009-46A7-9D11B29D63D4}"/>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b="21925"/>
          <a:stretch/>
        </p:blipFill>
        <p:spPr bwMode="auto">
          <a:xfrm>
            <a:off x="4185633" y="2988854"/>
            <a:ext cx="1098532" cy="440146"/>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5" descr="Bracell">
            <a:extLst>
              <a:ext uri="{FF2B5EF4-FFF2-40B4-BE49-F238E27FC236}">
                <a16:creationId xmlns:a16="http://schemas.microsoft.com/office/drawing/2014/main" id="{5D083AF8-4800-B75F-A3AE-736DBEAA2B3C}"/>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10242" y="3205445"/>
            <a:ext cx="834832" cy="170685"/>
          </a:xfrm>
          <a:prstGeom prst="rect">
            <a:avLst/>
          </a:prstGeom>
          <a:noFill/>
          <a:extLst>
            <a:ext uri="{909E8E84-426E-40DD-AFC4-6F175D3DCCD1}">
              <a14:hiddenFill xmlns:a14="http://schemas.microsoft.com/office/drawing/2010/main">
                <a:solidFill>
                  <a:srgbClr val="FFFFFF"/>
                </a:solidFill>
              </a14:hiddenFill>
            </a:ext>
          </a:extLst>
        </p:spPr>
      </p:pic>
      <p:pic>
        <p:nvPicPr>
          <p:cNvPr id="7169" name="Picture 6">
            <a:extLst>
              <a:ext uri="{FF2B5EF4-FFF2-40B4-BE49-F238E27FC236}">
                <a16:creationId xmlns:a16="http://schemas.microsoft.com/office/drawing/2014/main" id="{5E1D1F66-FD51-F56B-64FB-79AA2B46EE9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71152" y="3136754"/>
            <a:ext cx="1303397" cy="292246"/>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6">
            <a:extLst>
              <a:ext uri="{FF2B5EF4-FFF2-40B4-BE49-F238E27FC236}">
                <a16:creationId xmlns:a16="http://schemas.microsoft.com/office/drawing/2014/main" id="{EC70C797-6C65-B9E2-99A0-5E7C1A196FF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503713" y="2889093"/>
            <a:ext cx="1033345" cy="185141"/>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8" descr="Sylvamo Logo – PNG e Vetor – Download de Logo">
            <a:extLst>
              <a:ext uri="{FF2B5EF4-FFF2-40B4-BE49-F238E27FC236}">
                <a16:creationId xmlns:a16="http://schemas.microsoft.com/office/drawing/2014/main" id="{DD43EA07-EBB4-7558-8792-1B3812A5104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800626" y="2941428"/>
            <a:ext cx="832240" cy="455564"/>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4">
            <a:extLst>
              <a:ext uri="{FF2B5EF4-FFF2-40B4-BE49-F238E27FC236}">
                <a16:creationId xmlns:a16="http://schemas.microsoft.com/office/drawing/2014/main" id="{0B0C3567-1ABD-D0B7-7496-BC8F39375EA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995573" y="349316"/>
            <a:ext cx="831111" cy="831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MBAQEBAQEBAQEBAQEBAQMAAAAAAAAAAwAAAAMAAAAA/////wUAqgsAAAAAAAAAAAAAIAD///////////////8AAAD///////////////8DAAAAAgD///////8DAAAAAgD///////8DAAAAAwD///////8DAAAAAwD///////8DAAAAAwD///////8DAAAAAwD///////8DAAAAAwD///////8DAAAAAwD///////////////////////////////////////////////////////////////////////////////////////////////////////////////////////////////////////////////////////////////////////////////////////////////////////////////////////////////////////////////////////////////////////////////////////////////////////////////////////////////////////////////////////////////////////////////////////////////8BACAA////////////////AAAO////////AwAAAAQA////////////////////////////////////////////////////////////////////////////////////////////////////////////////////////////////////////////////////////////////////////////////////////////////////////////////////////////////////////////////////////////////////////////////////////////////////////////////////////////////////////////////////////////////////////////////////////////////////////////////////////////////////////////////////////////////////////////////////////////////////////////////////////AgACAP///////wUAAAACABAAC1mughhiz4lAiJICcyQCQ1cEAAAAAAADAAAAAAADAAAAAwADAAAAAAADAAAAAwADAAgA////////BQAAAAMAEAALYtgDXrjXu0m71Zb3wITk6QQAAAABAAMAAAACAAMAAAAEAAMAAAACAAMAAAAEAAMAAAAAAP///////wMAAAAAAP///////wMAAAAAAP///////wMAAAAAAP///////wMAAAAAAP///////wMAAAAAAP///////wQAAgD///////8FAAAABAAQAAuC/tz/M39cSryCmsDXLyS3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GAMYAAAAFX2lkABAAAAAEWa6CGGLPiUCIkgJzJAJDVwNEYXRhAFMAAAAIUHJlc2VudGF0aW9uU2Nhbm5lZEZvckxpbmtlZFNoYXBlcwAAAk51bWJlckZvcm1hdFNlcGFyYXRvck1vZGUACgAAAEF1dG9tYXRpYwAAAk5hbWUAJAAAAExpbmtlZFNoYXBlUHJlc2VudGF0aW9uU2V0dGluZ3NEYXRhABBWZXJzaW9uAAAAAAAJTGFzdFdyaXRlAMTUOuqNAQAAAAEA/////4MAgwAAAAVfaWQAEAAAAARi2ANeuNe7SbvVlvfAhOTpA0RhdGEAGwAAAARMaW5rZWRTaGFwZURhdGEABQAAAAAAAk5hbWUAGQAAAExpbmtlZFNoYXBlc0RhdGFQcm9wZXJ0eQAQVmVyc2lvbgABAAAACUxhc3RXcml0ZQC01DrqjQEAAAACAP////+DAIMAAAAFX2lkABAAAAAEgv7c/zN/XEq8gprA1y8ktwNEYXRhABsAAAAETGlua2VkU2hhcGVEYXRhAAUAAAAAAAJOYW1lABkAAABMaW5rZWRTaGFwZXNEYXRhUHJvcGVydHkAEFZlcnNpb24AAAAAAAlMYXN0V3JpdGUActQ66o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JCwAAAAAAAAAAAAAgAf///////////////wAAAP///////////////wUAAAACAP///////wUAAAACAP///////wUAAAADAP///////////////////////////////////////////////////////////////////////////////////////////////////////////////////////////////////////////////////////////////////////////////////////////////////////////////////////////////////////////////////////////////////////////////////////////////////////////////////////////////////////////////////////////////////////////////////////////////////////////////////////////////////////////////////////////////////////////////wEAIAH///////////////8AAA7///////8FAAAAAwD///////////////////////////////////////////////////////////////////////////////////////////////////////////////////////////////////////////////////////////////////////////////////////////////////////////////////////////////////////////////////////////////////////////////////////////////////////////////////////////////////////////////////////////////////////////////////////////////////////////////////////////////////////////////////////////////////////////////////////////////////////////////////////8CAAIBAwAAAAIA////////JQAGTGlua2VkU2hhcGVQcmVzZW50YXRpb25TZXR0aW5nc0RhdGFfMAQAAAAAAAUAAAAAAAUAAAAEAAUAAAAAAAUAAAADAAMAAwEDAAAAAwD///////8aAAZMaW5rZWRTaGFwZXNEYXRhUHJvcGVydHlfMQQAAAABAAUAAAAEAAUAAAABAAUAAAACAP///////wUAAAAAAP///////wQAAQEDAAAABAD///////8aAAZMaW5rZWRTaGFwZXNEYXRhUHJvcGVydHlfMAQAAAACAAUAAAAC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446285407391725"/>
  <p:tag name="EMPOWERCHARTSPROPERTIES_A_LENGTH" val="24576"/>
</p:tagLst>
</file>

<file path=ppt/tags/tag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7bc43322-b630-4bac-8b27-31def233d1d0" ContentTypeId="0x0101" PreviousValue="false"/>
</file>

<file path=customXml/item2.xml><?xml version="1.0" encoding="utf-8"?>
<ct:contentTypeSchema xmlns:ct="http://schemas.microsoft.com/office/2006/metadata/contentType" xmlns:ma="http://schemas.microsoft.com/office/2006/metadata/properties/metaAttributes" ct:_="" ma:_="" ma:contentTypeName="Document" ma:contentTypeID="0x01010073B35D40139D0D4AAAC34CF6040DF05D" ma:contentTypeVersion="16" ma:contentTypeDescription="Create a new document." ma:contentTypeScope="" ma:versionID="5cea01adce4ee2953623ebdb797bc0f2">
  <xsd:schema xmlns:xsd="http://www.w3.org/2001/XMLSchema" xmlns:xs="http://www.w3.org/2001/XMLSchema" xmlns:p="http://schemas.microsoft.com/office/2006/metadata/properties" xmlns:ns1="http://schemas.microsoft.com/sharepoint/v3" xmlns:ns2="1a4d292e-883c-434b-96e3-060cfff16c86" xmlns:ns3="9e8c98dc-1cc2-4e2b-8f63-7b59b1b0454b" xmlns:ns4="a5e35b8f-00fd-4376-9624-e7ec14d1a312" targetNamespace="http://schemas.microsoft.com/office/2006/metadata/properties" ma:root="true" ma:fieldsID="f2d2dfdd41677bb1404cc274f6f9b71b" ns1:_="" ns2:_="" ns3:_="" ns4:_="">
    <xsd:import namespace="http://schemas.microsoft.com/sharepoint/v3"/>
    <xsd:import namespace="1a4d292e-883c-434b-96e3-060cfff16c86"/>
    <xsd:import namespace="9e8c98dc-1cc2-4e2b-8f63-7b59b1b0454b"/>
    <xsd:import namespace="a5e35b8f-00fd-4376-9624-e7ec14d1a312"/>
    <xsd:element name="properties">
      <xsd:complexType>
        <xsd:sequence>
          <xsd:element name="documentManagement">
            <xsd:complexType>
              <xsd:all>
                <xsd:element ref="ns2:TaxCatchAll" minOccurs="0"/>
                <xsd:element ref="ns2:TaxCatchAllLabel" minOccurs="0"/>
                <xsd:element ref="ns1:_dlc_Exempt" minOccurs="0"/>
                <xsd:element ref="ns1:_dlc_ExpireDateSaved" minOccurs="0"/>
                <xsd:element ref="ns1:_dlc_ExpireDate" minOccurs="0"/>
                <xsd:element ref="ns3:MediaServiceMetadata" minOccurs="0"/>
                <xsd:element ref="ns3:MediaServiceFastMetadata" minOccurs="0"/>
                <xsd:element ref="ns3:lcf76f155ced4ddcb4097134ff3c332f" minOccurs="0"/>
                <xsd:element ref="ns3:MediaServiceDateTaken" minOccurs="0"/>
                <xsd:element ref="ns3:MediaServiceOCR" minOccurs="0"/>
                <xsd:element ref="ns3:MediaServiceGenerationTime" minOccurs="0"/>
                <xsd:element ref="ns3:MediaServiceEventHashCode" minOccurs="0"/>
                <xsd:element ref="ns4:SharedWithUsers" minOccurs="0"/>
                <xsd:element ref="ns4:SharedWithDetail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0" nillable="true" ma:displayName="Exempt from Policy" ma:hidden="true" ma:internalName="_dlc_Exempt" ma:readOnly="false">
      <xsd:simpleType>
        <xsd:restriction base="dms:Unknown"/>
      </xsd:simpleType>
    </xsd:element>
    <xsd:element name="_dlc_ExpireDateSaved" ma:index="11" nillable="true" ma:displayName="Original Expiration Date" ma:hidden="true" ma:internalName="_dlc_ExpireDateSaved" ma:readOnly="false">
      <xsd:simpleType>
        <xsd:restriction base="dms:DateTime"/>
      </xsd:simpleType>
    </xsd:element>
    <xsd:element name="_dlc_ExpireDate" ma:index="12" nillable="true" ma:displayName="Expiration Date" ma:hidden="true" ma:internalName="_dlc_ExpireDate"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a4d292e-883c-434b-96e3-060cfff16c86"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5d98dc66-fdba-483f-abf9-f514abc2d1bd}" ma:internalName="TaxCatchAll" ma:showField="CatchAllData" ma:web="a5e35b8f-00fd-4376-9624-e7ec14d1a312">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5d98dc66-fdba-483f-abf9-f514abc2d1bd}" ma:internalName="TaxCatchAllLabel" ma:readOnly="true" ma:showField="CatchAllDataLabel" ma:web="a5e35b8f-00fd-4376-9624-e7ec14d1a31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e8c98dc-1cc2-4e2b-8f63-7b59b1b0454b"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bc43322-b630-4bac-8b27-31def233d1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5e35b8f-00fd-4376-9624-e7ec14d1a312" elementFormDefault="qualified">
    <xsd:import namespace="http://schemas.microsoft.com/office/2006/documentManagement/types"/>
    <xsd:import namespace="http://schemas.microsoft.com/office/infopath/2007/PartnerControls"/>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a4d292e-883c-434b-96e3-060cfff16c86" xsi:nil="true"/>
    <_dlc_ExpireDateSaved xmlns="http://schemas.microsoft.com/sharepoint/v3" xsi:nil="true"/>
    <_dlc_ExpireDate xmlns="http://schemas.microsoft.com/sharepoint/v3" xsi:nil="true"/>
    <_dlc_Exempt xmlns="http://schemas.microsoft.com/sharepoint/v3">false</_dlc_Exempt>
    <lcf76f155ced4ddcb4097134ff3c332f xmlns="9e8c98dc-1cc2-4e2b-8f63-7b59b1b0454b">
      <Terms xmlns="http://schemas.microsoft.com/office/infopath/2007/PartnerControls"/>
    </lcf76f155ced4ddcb4097134ff3c332f>
    <SharedWithUsers xmlns="a5e35b8f-00fd-4376-9624-e7ec14d1a312">
      <UserInfo>
        <DisplayName>Eder Silva</DisplayName>
        <AccountId>64</AccountId>
        <AccountType/>
      </UserInfo>
    </SharedWithUser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FB3847-8B1B-4BFC-8251-3AD1727A1A22}">
  <ds:schemaRefs>
    <ds:schemaRef ds:uri="Microsoft.SharePoint.Taxonomy.ContentTypeSync"/>
  </ds:schemaRefs>
</ds:datastoreItem>
</file>

<file path=customXml/itemProps2.xml><?xml version="1.0" encoding="utf-8"?>
<ds:datastoreItem xmlns:ds="http://schemas.openxmlformats.org/officeDocument/2006/customXml" ds:itemID="{4E34579B-8CE0-439D-925A-1B0EE1A58DD6}">
  <ds:schemaRefs>
    <ds:schemaRef ds:uri="1a4d292e-883c-434b-96e3-060cfff16c86"/>
    <ds:schemaRef ds:uri="9e8c98dc-1cc2-4e2b-8f63-7b59b1b0454b"/>
    <ds:schemaRef ds:uri="a5e35b8f-00fd-4376-9624-e7ec14d1a3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5900DEE-58B9-484F-884F-4E670F94CF32}">
  <ds:schemaRefs>
    <ds:schemaRef ds:uri="1a4d292e-883c-434b-96e3-060cfff16c86"/>
    <ds:schemaRef ds:uri="9e8c98dc-1cc2-4e2b-8f63-7b59b1b0454b"/>
    <ds:schemaRef ds:uri="a5e35b8f-00fd-4376-9624-e7ec14d1a31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E92E76FD-DDEE-46BB-B3B6-1BA841480D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TotalTime>
  <Words>224</Words>
  <Application>Microsoft Office PowerPoint</Application>
  <PresentationFormat>Widescreen</PresentationFormat>
  <Paragraphs>54</Paragraphs>
  <Slides>6</Slides>
  <Notes>1</Notes>
  <HiddenSlides>0</HiddenSlides>
  <MMClips>0</MMClips>
  <ScaleCrop>false</ScaleCrop>
  <HeadingPairs>
    <vt:vector size="8" baseType="variant">
      <vt:variant>
        <vt:lpstr>Fontes usadas</vt:lpstr>
      </vt:variant>
      <vt:variant>
        <vt:i4>4</vt:i4>
      </vt:variant>
      <vt:variant>
        <vt:lpstr>Tema</vt:lpstr>
      </vt:variant>
      <vt:variant>
        <vt:i4>1</vt:i4>
      </vt:variant>
      <vt:variant>
        <vt:lpstr>Servidores OLE inseridos</vt:lpstr>
      </vt:variant>
      <vt:variant>
        <vt:i4>1</vt:i4>
      </vt:variant>
      <vt:variant>
        <vt:lpstr>Títulos de slides</vt:lpstr>
      </vt:variant>
      <vt:variant>
        <vt:i4>6</vt:i4>
      </vt:variant>
    </vt:vector>
  </HeadingPairs>
  <TitlesOfParts>
    <vt:vector size="12" baseType="lpstr">
      <vt:lpstr>Arial</vt:lpstr>
      <vt:lpstr>Calibri Light</vt:lpstr>
      <vt:lpstr>Franklin Gothic Book</vt:lpstr>
      <vt:lpstr>Calibri</vt:lpstr>
      <vt:lpstr>Tema de Office</vt:lpstr>
      <vt:lpstr>think-cell Slide</vt:lpstr>
      <vt:lpstr>Éder David Borges da Silva, PhD Plant breeding  Quantitative Genetics Data Sciences</vt:lpstr>
      <vt:lpstr>Vinicius</vt:lpstr>
      <vt:lpstr>Rodrigo </vt:lpstr>
      <vt:lpstr>Kaique </vt:lpstr>
      <vt:lpstr>Rafael </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Microsoft Office User</dc:creator>
  <cp:lastModifiedBy>Vitor Passos</cp:lastModifiedBy>
  <cp:revision>3</cp:revision>
  <dcterms:created xsi:type="dcterms:W3CDTF">2023-02-09T16:37:18Z</dcterms:created>
  <dcterms:modified xsi:type="dcterms:W3CDTF">2026-10-30T18:54:42Z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0x01010073B35D40139D0D4AAAC34CF6040DF05D</vt:lpwstr>
  </property>
  <property fmtid="{D5CDD505-2E9C-101B-9397-08002B2CF9AE}" pid="3" name="MSIP_Label_2c76c141-ac86-40e5-abf2-c6f60e474cee_Enabled">
    <vt:lpwstr>true</vt:lpwstr>
  </property>
  <property fmtid="{D5CDD505-2E9C-101B-9397-08002B2CF9AE}" pid="4" name="MSIP_Label_2c76c141-ac86-40e5-abf2-c6f60e474cee_SetDate">
    <vt:lpwstr>2023-02-23T16:30:33Z</vt:lpwstr>
  </property>
  <property fmtid="{D5CDD505-2E9C-101B-9397-08002B2CF9AE}" pid="5" name="MSIP_Label_2c76c141-ac86-40e5-abf2-c6f60e474cee_Method">
    <vt:lpwstr>Standard</vt:lpwstr>
  </property>
  <property fmtid="{D5CDD505-2E9C-101B-9397-08002B2CF9AE}" pid="6" name="MSIP_Label_2c76c141-ac86-40e5-abf2-c6f60e474cee_Name">
    <vt:lpwstr>2c76c141-ac86-40e5-abf2-c6f60e474cee</vt:lpwstr>
  </property>
  <property fmtid="{D5CDD505-2E9C-101B-9397-08002B2CF9AE}" pid="7" name="MSIP_Label_2c76c141-ac86-40e5-abf2-c6f60e474cee_SiteId">
    <vt:lpwstr>fcb2b37b-5da0-466b-9b83-0014b67a7c78</vt:lpwstr>
  </property>
  <property fmtid="{D5CDD505-2E9C-101B-9397-08002B2CF9AE}" pid="8" name="MSIP_Label_2c76c141-ac86-40e5-abf2-c6f60e474cee_ActionId">
    <vt:lpwstr>96c2ed0d-827a-4a9b-b519-35d99edb44fa</vt:lpwstr>
  </property>
  <property fmtid="{D5CDD505-2E9C-101B-9397-08002B2CF9AE}" pid="9" name="MSIP_Label_2c76c141-ac86-40e5-abf2-c6f60e474cee_ContentBits">
    <vt:lpwstr>2</vt:lpwstr>
  </property>
  <property fmtid="{D5CDD505-2E9C-101B-9397-08002B2CF9AE}" pid="10" name="ClassificationContentMarkingFooterLocations">
    <vt:lpwstr>Tema de Office:8</vt:lpwstr>
  </property>
  <property fmtid="{D5CDD505-2E9C-101B-9397-08002B2CF9AE}" pid="11" name="ClassificationContentMarkingFooterText">
    <vt:lpwstr>RESTRICTED</vt:lpwstr>
  </property>
  <property fmtid="{D5CDD505-2E9C-101B-9397-08002B2CF9AE}" pid="12" name="MediaServiceImageTags">
    <vt:lpwstr/>
  </property>
  <property fmtid="{D5CDD505-2E9C-101B-9397-08002B2CF9AE}" pid="13" name="xd_ProgID">
    <vt:lpwstr/>
  </property>
  <property fmtid="{D5CDD505-2E9C-101B-9397-08002B2CF9AE}" pid="14" name="c2b5fb8256bd435bb7806ac3891e195b">
    <vt:lpwstr>Short-Term|6d967203-8346-4b9c-90f8-b3828a3fa508</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DataClassBayerRetention">
    <vt:lpwstr>1;#Short-Term|6d967203-8346-4b9c-90f8-b3828a3fa508</vt:lpwstr>
  </property>
  <property fmtid="{D5CDD505-2E9C-101B-9397-08002B2CF9AE}" pid="19" name="TriggerFlowInfo">
    <vt:lpwstr/>
  </property>
  <property fmtid="{D5CDD505-2E9C-101B-9397-08002B2CF9AE}" pid="20" name="xd_Signature">
    <vt:bool>false</vt:bool>
  </property>
</Properties>
</file>