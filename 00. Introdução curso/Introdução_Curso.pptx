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5"/>
  </p:sldMasterIdLst>
  <p:notesMasterIdLst>
    <p:notesMasterId r:id="rId11"/>
  </p:notesMasterIdLst>
  <p:sldIdLst>
    <p:sldId id="8051" r:id="rId6"/>
    <p:sldId id="8052" r:id="rId7"/>
    <p:sldId id="8053" r:id="rId8"/>
    <p:sldId id="8054" r:id="rId9"/>
    <p:sldId id="8055" r:id="rId10"/>
  </p:sldIdLst>
  <p:sldSz cx="12192000" cy="6858000"/>
  <p:notesSz cx="6858000" cy="9144000"/>
  <p:embeddedFontLst>
    <p:embeddedFont>
      <p:font typeface="Franklin Gothic Book" panose="020B0503020102020204" pitchFamily="34" charset="0"/>
      <p:regular r:id="rId12"/>
      <p:italic r:id="rId13"/>
    </p:embeddedFont>
  </p:embeddedFontLst>
  <p:custDataLst>
    <p:tags r:id="rId14"/>
  </p:custDataLst>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0" orient="horz" pos="648" userDrawn="1">
          <p15:clr>
            <a:srgbClr val="A4A3A4"/>
          </p15:clr>
        </p15:guide>
        <p15:guide id="11" orient="horz" pos="120" userDrawn="1">
          <p15:clr>
            <a:srgbClr val="A4A3A4"/>
          </p15:clr>
        </p15:guide>
        <p15:guide id="12" pos="7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1304B"/>
    <a:srgbClr val="053529"/>
    <a:srgbClr val="990000"/>
    <a:srgbClr val="E4107F"/>
    <a:srgbClr val="00BCFF"/>
    <a:srgbClr val="6CBF00"/>
    <a:srgbClr val="6ED700"/>
    <a:srgbClr val="89D329"/>
    <a:srgbClr val="A4D965"/>
    <a:srgbClr val="A4D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6C66E5-7053-456A-AABF-189EEADFA1A8}" v="11" dt="2026-10-29T13:00:25.966"/>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enhum Estilo, Grade de Tabe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834" y="72"/>
      </p:cViewPr>
      <p:guideLst>
        <p:guide orient="horz" pos="648"/>
        <p:guide orient="horz" pos="120"/>
        <p:guide pos="7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font" Target="fonts/font2.fntdata"/><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2.xml"/><Relationship Id="rId12" Type="http://schemas.openxmlformats.org/officeDocument/2006/relationships/font" Target="fonts/font1.fntdata"/><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notesMaster" Target="notesMasters/notesMaster1.xml"/><Relationship Id="rId5" Type="http://schemas.openxmlformats.org/officeDocument/2006/relationships/slideMaster" Target="slideMasters/slideMaster1.xml"/><Relationship Id="rId15" Type="http://schemas.openxmlformats.org/officeDocument/2006/relationships/presProps" Target="presProps.xml"/><Relationship Id="rId10" Type="http://schemas.openxmlformats.org/officeDocument/2006/relationships/slide" Target="slides/slide5.xml"/><Relationship Id="rId19" Type="http://schemas.microsoft.com/office/2016/11/relationships/changesInfo" Target="changesInfos/changesInfo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er Silva" userId="9b7f41b4-798d-40cf-8f87-8e33ae7a0417" providerId="ADAL" clId="{DFF9E84E-5922-4F26-9EAD-8AB4E668133E}"/>
    <pc:docChg chg="undo custSel addSld delSld modSld delMainMaster">
      <pc:chgData name="Eder Silva" userId="9b7f41b4-798d-40cf-8f87-8e33ae7a0417" providerId="ADAL" clId="{DFF9E84E-5922-4F26-9EAD-8AB4E668133E}" dt="2026-10-29T13:00:31.721" v="135" actId="27636"/>
      <pc:docMkLst>
        <pc:docMk/>
      </pc:docMkLst>
      <pc:sldChg chg="del">
        <pc:chgData name="Eder Silva" userId="9b7f41b4-798d-40cf-8f87-8e33ae7a0417" providerId="ADAL" clId="{DFF9E84E-5922-4F26-9EAD-8AB4E668133E}" dt="2026-10-29T12:55:26.321" v="0" actId="47"/>
        <pc:sldMkLst>
          <pc:docMk/>
          <pc:sldMk cId="1973319289" sldId="259"/>
        </pc:sldMkLst>
      </pc:sldChg>
      <pc:sldChg chg="del">
        <pc:chgData name="Eder Silva" userId="9b7f41b4-798d-40cf-8f87-8e33ae7a0417" providerId="ADAL" clId="{DFF9E84E-5922-4F26-9EAD-8AB4E668133E}" dt="2026-10-29T12:55:32.952" v="1" actId="47"/>
        <pc:sldMkLst>
          <pc:docMk/>
          <pc:sldMk cId="725936582" sldId="273"/>
        </pc:sldMkLst>
      </pc:sldChg>
      <pc:sldChg chg="del">
        <pc:chgData name="Eder Silva" userId="9b7f41b4-798d-40cf-8f87-8e33ae7a0417" providerId="ADAL" clId="{DFF9E84E-5922-4F26-9EAD-8AB4E668133E}" dt="2026-10-29T12:55:32.952" v="1" actId="47"/>
        <pc:sldMkLst>
          <pc:docMk/>
          <pc:sldMk cId="606404912" sldId="274"/>
        </pc:sldMkLst>
      </pc:sldChg>
      <pc:sldChg chg="del">
        <pc:chgData name="Eder Silva" userId="9b7f41b4-798d-40cf-8f87-8e33ae7a0417" providerId="ADAL" clId="{DFF9E84E-5922-4F26-9EAD-8AB4E668133E}" dt="2026-10-29T12:55:26.321" v="0" actId="47"/>
        <pc:sldMkLst>
          <pc:docMk/>
          <pc:sldMk cId="191867972" sldId="284"/>
        </pc:sldMkLst>
      </pc:sldChg>
      <pc:sldChg chg="del">
        <pc:chgData name="Eder Silva" userId="9b7f41b4-798d-40cf-8f87-8e33ae7a0417" providerId="ADAL" clId="{DFF9E84E-5922-4F26-9EAD-8AB4E668133E}" dt="2026-10-29T12:55:32.952" v="1" actId="47"/>
        <pc:sldMkLst>
          <pc:docMk/>
          <pc:sldMk cId="0" sldId="604"/>
        </pc:sldMkLst>
      </pc:sldChg>
      <pc:sldChg chg="del">
        <pc:chgData name="Eder Silva" userId="9b7f41b4-798d-40cf-8f87-8e33ae7a0417" providerId="ADAL" clId="{DFF9E84E-5922-4F26-9EAD-8AB4E668133E}" dt="2026-10-29T12:55:26.321" v="0" actId="47"/>
        <pc:sldMkLst>
          <pc:docMk/>
          <pc:sldMk cId="3204094010" sldId="3414"/>
        </pc:sldMkLst>
      </pc:sldChg>
      <pc:sldChg chg="del">
        <pc:chgData name="Eder Silva" userId="9b7f41b4-798d-40cf-8f87-8e33ae7a0417" providerId="ADAL" clId="{DFF9E84E-5922-4F26-9EAD-8AB4E668133E}" dt="2026-10-29T12:55:26.321" v="0" actId="47"/>
        <pc:sldMkLst>
          <pc:docMk/>
          <pc:sldMk cId="4164921247" sldId="3418"/>
        </pc:sldMkLst>
      </pc:sldChg>
      <pc:sldChg chg="del">
        <pc:chgData name="Eder Silva" userId="9b7f41b4-798d-40cf-8f87-8e33ae7a0417" providerId="ADAL" clId="{DFF9E84E-5922-4F26-9EAD-8AB4E668133E}" dt="2026-10-29T12:55:26.321" v="0" actId="47"/>
        <pc:sldMkLst>
          <pc:docMk/>
          <pc:sldMk cId="1307113214" sldId="7982"/>
        </pc:sldMkLst>
      </pc:sldChg>
      <pc:sldChg chg="del">
        <pc:chgData name="Eder Silva" userId="9b7f41b4-798d-40cf-8f87-8e33ae7a0417" providerId="ADAL" clId="{DFF9E84E-5922-4F26-9EAD-8AB4E668133E}" dt="2026-10-29T12:55:26.321" v="0" actId="47"/>
        <pc:sldMkLst>
          <pc:docMk/>
          <pc:sldMk cId="2962016144" sldId="8035"/>
        </pc:sldMkLst>
      </pc:sldChg>
      <pc:sldChg chg="del">
        <pc:chgData name="Eder Silva" userId="9b7f41b4-798d-40cf-8f87-8e33ae7a0417" providerId="ADAL" clId="{DFF9E84E-5922-4F26-9EAD-8AB4E668133E}" dt="2026-10-29T12:55:26.321" v="0" actId="47"/>
        <pc:sldMkLst>
          <pc:docMk/>
          <pc:sldMk cId="621901527" sldId="8041"/>
        </pc:sldMkLst>
      </pc:sldChg>
      <pc:sldChg chg="addSp delSp modSp mod">
        <pc:chgData name="Eder Silva" userId="9b7f41b4-798d-40cf-8f87-8e33ae7a0417" providerId="ADAL" clId="{DFF9E84E-5922-4F26-9EAD-8AB4E668133E}" dt="2026-10-29T12:59:53.806" v="88"/>
        <pc:sldMkLst>
          <pc:docMk/>
          <pc:sldMk cId="4140195550" sldId="8051"/>
        </pc:sldMkLst>
        <pc:spChg chg="add mod">
          <ac:chgData name="Eder Silva" userId="9b7f41b4-798d-40cf-8f87-8e33ae7a0417" providerId="ADAL" clId="{DFF9E84E-5922-4F26-9EAD-8AB4E668133E}" dt="2026-10-29T12:57:54.652" v="14" actId="1076"/>
          <ac:spMkLst>
            <pc:docMk/>
            <pc:sldMk cId="4140195550" sldId="8051"/>
            <ac:spMk id="3" creationId="{B61FCB71-833B-AE7F-5132-230251B232C5}"/>
          </ac:spMkLst>
        </pc:spChg>
        <pc:spChg chg="add mod">
          <ac:chgData name="Eder Silva" userId="9b7f41b4-798d-40cf-8f87-8e33ae7a0417" providerId="ADAL" clId="{DFF9E84E-5922-4F26-9EAD-8AB4E668133E}" dt="2026-10-29T12:58:00.238" v="15" actId="14100"/>
          <ac:spMkLst>
            <pc:docMk/>
            <pc:sldMk cId="4140195550" sldId="8051"/>
            <ac:spMk id="5" creationId="{45935CC1-F070-6C63-18A0-0F529747B649}"/>
          </ac:spMkLst>
        </pc:spChg>
        <pc:spChg chg="add mod">
          <ac:chgData name="Eder Silva" userId="9b7f41b4-798d-40cf-8f87-8e33ae7a0417" providerId="ADAL" clId="{DFF9E84E-5922-4F26-9EAD-8AB4E668133E}" dt="2026-10-29T12:58:59.701" v="18" actId="20577"/>
          <ac:spMkLst>
            <pc:docMk/>
            <pc:sldMk cId="4140195550" sldId="8051"/>
            <ac:spMk id="8" creationId="{DE9333E7-3DE5-3E2F-C3C9-7F054430DC91}"/>
          </ac:spMkLst>
        </pc:spChg>
        <pc:spChg chg="add mod">
          <ac:chgData name="Eder Silva" userId="9b7f41b4-798d-40cf-8f87-8e33ae7a0417" providerId="ADAL" clId="{DFF9E84E-5922-4F26-9EAD-8AB4E668133E}" dt="2026-10-29T12:59:40.754" v="85" actId="6549"/>
          <ac:spMkLst>
            <pc:docMk/>
            <pc:sldMk cId="4140195550" sldId="8051"/>
            <ac:spMk id="10" creationId="{18B584B9-0815-0156-89AF-7DC834707FEA}"/>
          </ac:spMkLst>
        </pc:spChg>
        <pc:spChg chg="add del mod">
          <ac:chgData name="Eder Silva" userId="9b7f41b4-798d-40cf-8f87-8e33ae7a0417" providerId="ADAL" clId="{DFF9E84E-5922-4F26-9EAD-8AB4E668133E}" dt="2026-10-29T12:59:53.806" v="88"/>
          <ac:spMkLst>
            <pc:docMk/>
            <pc:sldMk cId="4140195550" sldId="8051"/>
            <ac:spMk id="11" creationId="{30F2DC13-88DC-675D-C147-775E7A69EC75}"/>
          </ac:spMkLst>
        </pc:spChg>
      </pc:sldChg>
      <pc:sldChg chg="modSp new mod">
        <pc:chgData name="Eder Silva" userId="9b7f41b4-798d-40cf-8f87-8e33ae7a0417" providerId="ADAL" clId="{DFF9E84E-5922-4F26-9EAD-8AB4E668133E}" dt="2026-10-29T13:00:11.887" v="104" actId="27636"/>
        <pc:sldMkLst>
          <pc:docMk/>
          <pc:sldMk cId="2522586401" sldId="8052"/>
        </pc:sldMkLst>
        <pc:spChg chg="mod">
          <ac:chgData name="Eder Silva" userId="9b7f41b4-798d-40cf-8f87-8e33ae7a0417" providerId="ADAL" clId="{DFF9E84E-5922-4F26-9EAD-8AB4E668133E}" dt="2026-10-29T13:00:11.887" v="104" actId="27636"/>
          <ac:spMkLst>
            <pc:docMk/>
            <pc:sldMk cId="2522586401" sldId="8052"/>
            <ac:spMk id="2" creationId="{BD838F9D-24FF-9587-47EE-2142A78FFC2E}"/>
          </ac:spMkLst>
        </pc:spChg>
        <pc:spChg chg="mod">
          <ac:chgData name="Eder Silva" userId="9b7f41b4-798d-40cf-8f87-8e33ae7a0417" providerId="ADAL" clId="{DFF9E84E-5922-4F26-9EAD-8AB4E668133E}" dt="2026-10-29T13:00:07.479" v="101" actId="20577"/>
          <ac:spMkLst>
            <pc:docMk/>
            <pc:sldMk cId="2522586401" sldId="8052"/>
            <ac:spMk id="3" creationId="{0F913942-FC52-7ED6-2073-D315E213F662}"/>
          </ac:spMkLst>
        </pc:spChg>
      </pc:sldChg>
      <pc:sldChg chg="modSp add mod">
        <pc:chgData name="Eder Silva" userId="9b7f41b4-798d-40cf-8f87-8e33ae7a0417" providerId="ADAL" clId="{DFF9E84E-5922-4F26-9EAD-8AB4E668133E}" dt="2026-10-29T13:00:18.985" v="115" actId="5793"/>
        <pc:sldMkLst>
          <pc:docMk/>
          <pc:sldMk cId="1906589350" sldId="8053"/>
        </pc:sldMkLst>
        <pc:spChg chg="mod">
          <ac:chgData name="Eder Silva" userId="9b7f41b4-798d-40cf-8f87-8e33ae7a0417" providerId="ADAL" clId="{DFF9E84E-5922-4F26-9EAD-8AB4E668133E}" dt="2026-10-29T13:00:11.875" v="103" actId="27636"/>
          <ac:spMkLst>
            <pc:docMk/>
            <pc:sldMk cId="1906589350" sldId="8053"/>
            <ac:spMk id="2" creationId="{283037DE-876A-A764-31C6-95D492E2C8EF}"/>
          </ac:spMkLst>
        </pc:spChg>
        <pc:spChg chg="mod">
          <ac:chgData name="Eder Silva" userId="9b7f41b4-798d-40cf-8f87-8e33ae7a0417" providerId="ADAL" clId="{DFF9E84E-5922-4F26-9EAD-8AB4E668133E}" dt="2026-10-29T13:00:18.985" v="115" actId="5793"/>
          <ac:spMkLst>
            <pc:docMk/>
            <pc:sldMk cId="1906589350" sldId="8053"/>
            <ac:spMk id="3" creationId="{6D21D0EA-E48B-9FA0-7770-0B68A3C94766}"/>
          </ac:spMkLst>
        </pc:spChg>
      </pc:sldChg>
      <pc:sldChg chg="modSp add mod">
        <pc:chgData name="Eder Silva" userId="9b7f41b4-798d-40cf-8f87-8e33ae7a0417" providerId="ADAL" clId="{DFF9E84E-5922-4F26-9EAD-8AB4E668133E}" dt="2026-10-29T13:00:23.600" v="123" actId="5793"/>
        <pc:sldMkLst>
          <pc:docMk/>
          <pc:sldMk cId="2714868916" sldId="8054"/>
        </pc:sldMkLst>
        <pc:spChg chg="mod">
          <ac:chgData name="Eder Silva" userId="9b7f41b4-798d-40cf-8f87-8e33ae7a0417" providerId="ADAL" clId="{DFF9E84E-5922-4F26-9EAD-8AB4E668133E}" dt="2026-10-29T13:00:12.469" v="106" actId="27636"/>
          <ac:spMkLst>
            <pc:docMk/>
            <pc:sldMk cId="2714868916" sldId="8054"/>
            <ac:spMk id="2" creationId="{E314B73C-E252-E043-8B08-0B5B0E375308}"/>
          </ac:spMkLst>
        </pc:spChg>
        <pc:spChg chg="mod">
          <ac:chgData name="Eder Silva" userId="9b7f41b4-798d-40cf-8f87-8e33ae7a0417" providerId="ADAL" clId="{DFF9E84E-5922-4F26-9EAD-8AB4E668133E}" dt="2026-10-29T13:00:23.600" v="123" actId="5793"/>
          <ac:spMkLst>
            <pc:docMk/>
            <pc:sldMk cId="2714868916" sldId="8054"/>
            <ac:spMk id="3" creationId="{1BFA7F00-8044-555A-B817-9180D5BBE3C1}"/>
          </ac:spMkLst>
        </pc:spChg>
      </pc:sldChg>
      <pc:sldChg chg="modSp add mod">
        <pc:chgData name="Eder Silva" userId="9b7f41b4-798d-40cf-8f87-8e33ae7a0417" providerId="ADAL" clId="{DFF9E84E-5922-4F26-9EAD-8AB4E668133E}" dt="2026-10-29T13:00:31.721" v="135" actId="27636"/>
        <pc:sldMkLst>
          <pc:docMk/>
          <pc:sldMk cId="3844586632" sldId="8055"/>
        </pc:sldMkLst>
        <pc:spChg chg="mod">
          <ac:chgData name="Eder Silva" userId="9b7f41b4-798d-40cf-8f87-8e33ae7a0417" providerId="ADAL" clId="{DFF9E84E-5922-4F26-9EAD-8AB4E668133E}" dt="2026-10-29T13:00:31.721" v="135" actId="27636"/>
          <ac:spMkLst>
            <pc:docMk/>
            <pc:sldMk cId="3844586632" sldId="8055"/>
            <ac:spMk id="3" creationId="{1E0AF1AF-290B-4E0A-C7C9-747229BB8763}"/>
          </ac:spMkLst>
        </pc:spChg>
      </pc:sldChg>
      <pc:sldChg chg="del">
        <pc:chgData name="Eder Silva" userId="9b7f41b4-798d-40cf-8f87-8e33ae7a0417" providerId="ADAL" clId="{DFF9E84E-5922-4F26-9EAD-8AB4E668133E}" dt="2026-10-29T12:55:32.952" v="1" actId="47"/>
        <pc:sldMkLst>
          <pc:docMk/>
          <pc:sldMk cId="2345178959" sldId="2069232995"/>
        </pc:sldMkLst>
      </pc:sldChg>
      <pc:sldChg chg="del">
        <pc:chgData name="Eder Silva" userId="9b7f41b4-798d-40cf-8f87-8e33ae7a0417" providerId="ADAL" clId="{DFF9E84E-5922-4F26-9EAD-8AB4E668133E}" dt="2026-10-29T12:55:26.321" v="0" actId="47"/>
        <pc:sldMkLst>
          <pc:docMk/>
          <pc:sldMk cId="2336061776" sldId="2147376340"/>
        </pc:sldMkLst>
      </pc:sldChg>
      <pc:sldChg chg="del">
        <pc:chgData name="Eder Silva" userId="9b7f41b4-798d-40cf-8f87-8e33ae7a0417" providerId="ADAL" clId="{DFF9E84E-5922-4F26-9EAD-8AB4E668133E}" dt="2026-10-29T12:55:32.952" v="1" actId="47"/>
        <pc:sldMkLst>
          <pc:docMk/>
          <pc:sldMk cId="1525061714" sldId="2147470644"/>
        </pc:sldMkLst>
      </pc:sldChg>
      <pc:sldChg chg="del">
        <pc:chgData name="Eder Silva" userId="9b7f41b4-798d-40cf-8f87-8e33ae7a0417" providerId="ADAL" clId="{DFF9E84E-5922-4F26-9EAD-8AB4E668133E}" dt="2026-10-29T12:55:26.321" v="0" actId="47"/>
        <pc:sldMkLst>
          <pc:docMk/>
          <pc:sldMk cId="4073951537" sldId="2147478425"/>
        </pc:sldMkLst>
      </pc:sldChg>
      <pc:sldChg chg="del">
        <pc:chgData name="Eder Silva" userId="9b7f41b4-798d-40cf-8f87-8e33ae7a0417" providerId="ADAL" clId="{DFF9E84E-5922-4F26-9EAD-8AB4E668133E}" dt="2026-10-29T12:55:26.321" v="0" actId="47"/>
        <pc:sldMkLst>
          <pc:docMk/>
          <pc:sldMk cId="2838426904" sldId="2147479461"/>
        </pc:sldMkLst>
      </pc:sldChg>
      <pc:sldChg chg="del">
        <pc:chgData name="Eder Silva" userId="9b7f41b4-798d-40cf-8f87-8e33ae7a0417" providerId="ADAL" clId="{DFF9E84E-5922-4F26-9EAD-8AB4E668133E}" dt="2026-10-29T12:55:32.952" v="1" actId="47"/>
        <pc:sldMkLst>
          <pc:docMk/>
          <pc:sldMk cId="3501892397" sldId="2147479499"/>
        </pc:sldMkLst>
      </pc:sldChg>
      <pc:sldChg chg="del">
        <pc:chgData name="Eder Silva" userId="9b7f41b4-798d-40cf-8f87-8e33ae7a0417" providerId="ADAL" clId="{DFF9E84E-5922-4F26-9EAD-8AB4E668133E}" dt="2026-10-29T12:55:26.321" v="0" actId="47"/>
        <pc:sldMkLst>
          <pc:docMk/>
          <pc:sldMk cId="3310555252" sldId="2147479502"/>
        </pc:sldMkLst>
      </pc:sldChg>
      <pc:sldChg chg="del">
        <pc:chgData name="Eder Silva" userId="9b7f41b4-798d-40cf-8f87-8e33ae7a0417" providerId="ADAL" clId="{DFF9E84E-5922-4F26-9EAD-8AB4E668133E}" dt="2026-10-29T12:55:32.952" v="1" actId="47"/>
        <pc:sldMkLst>
          <pc:docMk/>
          <pc:sldMk cId="1647833090" sldId="2147479503"/>
        </pc:sldMkLst>
      </pc:sldChg>
      <pc:sldChg chg="del">
        <pc:chgData name="Eder Silva" userId="9b7f41b4-798d-40cf-8f87-8e33ae7a0417" providerId="ADAL" clId="{DFF9E84E-5922-4F26-9EAD-8AB4E668133E}" dt="2026-10-29T12:55:26.321" v="0" actId="47"/>
        <pc:sldMkLst>
          <pc:docMk/>
          <pc:sldMk cId="1033170528" sldId="2147479505"/>
        </pc:sldMkLst>
      </pc:sldChg>
      <pc:sldMasterChg chg="delSldLayout">
        <pc:chgData name="Eder Silva" userId="9b7f41b4-798d-40cf-8f87-8e33ae7a0417" providerId="ADAL" clId="{DFF9E84E-5922-4F26-9EAD-8AB4E668133E}" dt="2026-10-29T12:55:32.952" v="1" actId="47"/>
        <pc:sldMasterMkLst>
          <pc:docMk/>
          <pc:sldMasterMk cId="1386496529" sldId="2147483648"/>
        </pc:sldMasterMkLst>
        <pc:sldLayoutChg chg="del">
          <pc:chgData name="Eder Silva" userId="9b7f41b4-798d-40cf-8f87-8e33ae7a0417" providerId="ADAL" clId="{DFF9E84E-5922-4F26-9EAD-8AB4E668133E}" dt="2026-10-29T12:55:32.952" v="1" actId="47"/>
          <pc:sldLayoutMkLst>
            <pc:docMk/>
            <pc:sldMasterMk cId="1386496529" sldId="2147483648"/>
            <pc:sldLayoutMk cId="2879701446" sldId="2147483687"/>
          </pc:sldLayoutMkLst>
        </pc:sldLayoutChg>
        <pc:sldLayoutChg chg="del">
          <pc:chgData name="Eder Silva" userId="9b7f41b4-798d-40cf-8f87-8e33ae7a0417" providerId="ADAL" clId="{DFF9E84E-5922-4F26-9EAD-8AB4E668133E}" dt="2026-10-29T12:55:26.321" v="0" actId="47"/>
          <pc:sldLayoutMkLst>
            <pc:docMk/>
            <pc:sldMasterMk cId="1386496529" sldId="2147483648"/>
            <pc:sldLayoutMk cId="510896008" sldId="2147483692"/>
          </pc:sldLayoutMkLst>
        </pc:sldLayoutChg>
        <pc:sldLayoutChg chg="del">
          <pc:chgData name="Eder Silva" userId="9b7f41b4-798d-40cf-8f87-8e33ae7a0417" providerId="ADAL" clId="{DFF9E84E-5922-4F26-9EAD-8AB4E668133E}" dt="2026-10-29T12:55:26.321" v="0" actId="47"/>
          <pc:sldLayoutMkLst>
            <pc:docMk/>
            <pc:sldMasterMk cId="1386496529" sldId="2147483648"/>
            <pc:sldLayoutMk cId="3172166586" sldId="2147483693"/>
          </pc:sldLayoutMkLst>
        </pc:sldLayoutChg>
        <pc:sldLayoutChg chg="del">
          <pc:chgData name="Eder Silva" userId="9b7f41b4-798d-40cf-8f87-8e33ae7a0417" providerId="ADAL" clId="{DFF9E84E-5922-4F26-9EAD-8AB4E668133E}" dt="2026-10-29T12:55:32.952" v="1" actId="47"/>
          <pc:sldLayoutMkLst>
            <pc:docMk/>
            <pc:sldMasterMk cId="1386496529" sldId="2147483648"/>
            <pc:sldLayoutMk cId="3572666370" sldId="2147483694"/>
          </pc:sldLayoutMkLst>
        </pc:sldLayoutChg>
        <pc:sldLayoutChg chg="del">
          <pc:chgData name="Eder Silva" userId="9b7f41b4-798d-40cf-8f87-8e33ae7a0417" providerId="ADAL" clId="{DFF9E84E-5922-4F26-9EAD-8AB4E668133E}" dt="2026-10-29T12:55:26.321" v="0" actId="47"/>
          <pc:sldLayoutMkLst>
            <pc:docMk/>
            <pc:sldMasterMk cId="1386496529" sldId="2147483648"/>
            <pc:sldLayoutMk cId="2317931528" sldId="2147483695"/>
          </pc:sldLayoutMkLst>
        </pc:sldLayoutChg>
        <pc:sldLayoutChg chg="del">
          <pc:chgData name="Eder Silva" userId="9b7f41b4-798d-40cf-8f87-8e33ae7a0417" providerId="ADAL" clId="{DFF9E84E-5922-4F26-9EAD-8AB4E668133E}" dt="2026-10-29T12:55:32.952" v="1" actId="47"/>
          <pc:sldLayoutMkLst>
            <pc:docMk/>
            <pc:sldMasterMk cId="1386496529" sldId="2147483648"/>
            <pc:sldLayoutMk cId="2360725724" sldId="2147483696"/>
          </pc:sldLayoutMkLst>
        </pc:sldLayoutChg>
      </pc:sldMasterChg>
      <pc:sldMasterChg chg="del delSldLayout">
        <pc:chgData name="Eder Silva" userId="9b7f41b4-798d-40cf-8f87-8e33ae7a0417" providerId="ADAL" clId="{DFF9E84E-5922-4F26-9EAD-8AB4E668133E}" dt="2026-10-29T12:55:26.321" v="0" actId="47"/>
        <pc:sldMasterMkLst>
          <pc:docMk/>
          <pc:sldMasterMk cId="1057281720" sldId="2147483697"/>
        </pc:sldMasterMkLst>
        <pc:sldLayoutChg chg="del">
          <pc:chgData name="Eder Silva" userId="9b7f41b4-798d-40cf-8f87-8e33ae7a0417" providerId="ADAL" clId="{DFF9E84E-5922-4F26-9EAD-8AB4E668133E}" dt="2026-10-29T12:55:26.321" v="0" actId="47"/>
          <pc:sldLayoutMkLst>
            <pc:docMk/>
            <pc:sldMasterMk cId="1057281720" sldId="2147483697"/>
            <pc:sldLayoutMk cId="1691532616" sldId="2147483698"/>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3258116074" sldId="2147483699"/>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479033514" sldId="2147483700"/>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3047717404" sldId="2147483701"/>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2152459423" sldId="2147483702"/>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2103563981" sldId="2147483703"/>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1485553921" sldId="2147483704"/>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222804649" sldId="2147483705"/>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3157365019" sldId="2147483706"/>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403996428" sldId="2147483707"/>
          </pc:sldLayoutMkLst>
        </pc:sldLayoutChg>
        <pc:sldLayoutChg chg="del">
          <pc:chgData name="Eder Silva" userId="9b7f41b4-798d-40cf-8f87-8e33ae7a0417" providerId="ADAL" clId="{DFF9E84E-5922-4F26-9EAD-8AB4E668133E}" dt="2026-10-29T12:55:26.321" v="0" actId="47"/>
          <pc:sldLayoutMkLst>
            <pc:docMk/>
            <pc:sldMasterMk cId="1057281720" sldId="2147483697"/>
            <pc:sldLayoutMk cId="3184381640" sldId="2147483708"/>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70FD8F-0050-42E3-8B3A-6ED7CFB9852E}" type="doc">
      <dgm:prSet loTypeId="urn:microsoft.com/office/officeart/2016/7/layout/RoundedRectangleTimeline" loCatId="process" qsTypeId="urn:microsoft.com/office/officeart/2005/8/quickstyle/simple1" qsCatId="simple" csTypeId="urn:microsoft.com/office/officeart/2005/8/colors/accent1_3" csCatId="accent1" phldr="1"/>
      <dgm:spPr/>
      <dgm:t>
        <a:bodyPr/>
        <a:lstStyle/>
        <a:p>
          <a:endParaRPr lang="en-US"/>
        </a:p>
      </dgm:t>
    </dgm:pt>
    <dgm:pt modelId="{8DB5D7D5-6A1C-4ABC-8850-759A9D876047}">
      <dgm:prSet custT="1"/>
      <dgm:spPr/>
      <dgm:t>
        <a:bodyPr/>
        <a:lstStyle/>
        <a:p>
          <a:r>
            <a:rPr lang="en-US" sz="1400" b="1" noProof="0"/>
            <a:t>2006-2010</a:t>
          </a:r>
        </a:p>
      </dgm:t>
    </dgm:pt>
    <dgm:pt modelId="{D8874F40-D7B0-41DE-BB6F-A6014FEAB2D7}" type="parTrans" cxnId="{C5202EE1-10E9-4076-9D55-9E0CF8B152AF}">
      <dgm:prSet/>
      <dgm:spPr/>
      <dgm:t>
        <a:bodyPr/>
        <a:lstStyle/>
        <a:p>
          <a:endParaRPr lang="en-US" sz="2400" b="1"/>
        </a:p>
      </dgm:t>
    </dgm:pt>
    <dgm:pt modelId="{BD6E0A2E-99C8-4F5A-971A-CD211D1099FF}" type="sibTrans" cxnId="{C5202EE1-10E9-4076-9D55-9E0CF8B152AF}">
      <dgm:prSet/>
      <dgm:spPr/>
      <dgm:t>
        <a:bodyPr/>
        <a:lstStyle/>
        <a:p>
          <a:endParaRPr lang="en-US" sz="2400" b="1"/>
        </a:p>
      </dgm:t>
    </dgm:pt>
    <dgm:pt modelId="{96262926-A67D-4E4E-9515-5EBC67F0B634}">
      <dgm:prSet custT="1"/>
      <dgm:spPr/>
      <dgm:t>
        <a:bodyPr/>
        <a:lstStyle/>
        <a:p>
          <a:r>
            <a:rPr lang="en-US" sz="1400" b="1" kern="1200" noProof="0">
              <a:solidFill>
                <a:prstClr val="black">
                  <a:hueOff val="0"/>
                  <a:satOff val="0"/>
                  <a:lumOff val="0"/>
                  <a:alphaOff val="0"/>
                </a:prstClr>
              </a:solidFill>
              <a:latin typeface="Calibri" panose="020F0502020204030204"/>
              <a:ea typeface="+mn-ea"/>
              <a:cs typeface="+mn-cs"/>
            </a:rPr>
            <a:t>BSc Agronomy (UFPR)</a:t>
          </a:r>
        </a:p>
      </dgm:t>
    </dgm:pt>
    <dgm:pt modelId="{1DA7ACEB-F642-43C1-BCB5-F580B9B985B9}" type="sibTrans" cxnId="{8C5B110A-FBC3-4CBF-BED2-413E87D4DAD5}">
      <dgm:prSet/>
      <dgm:spPr/>
      <dgm:t>
        <a:bodyPr/>
        <a:lstStyle/>
        <a:p>
          <a:endParaRPr lang="en-US" sz="2400" b="1"/>
        </a:p>
      </dgm:t>
    </dgm:pt>
    <dgm:pt modelId="{EC74E552-C501-4B0E-9400-E8B410F53D50}" type="parTrans" cxnId="{8C5B110A-FBC3-4CBF-BED2-413E87D4DAD5}">
      <dgm:prSet/>
      <dgm:spPr/>
      <dgm:t>
        <a:bodyPr/>
        <a:lstStyle/>
        <a:p>
          <a:endParaRPr lang="en-US" sz="2400" b="1"/>
        </a:p>
      </dgm:t>
    </dgm:pt>
    <dgm:pt modelId="{B15742A6-8607-47A2-B297-2F919515E2AA}">
      <dgm:prSet custT="1"/>
      <dgm:spPr/>
      <dgm:t>
        <a:bodyPr/>
        <a:lstStyle/>
        <a:p>
          <a:r>
            <a:rPr lang="en-US" sz="1400" b="1" noProof="0"/>
            <a:t>2012</a:t>
          </a:r>
        </a:p>
      </dgm:t>
    </dgm:pt>
    <dgm:pt modelId="{401509F1-714E-41A0-91AD-64822606807F}" type="sibTrans" cxnId="{2EB43814-35CB-4D9A-B513-B09DA08018AD}">
      <dgm:prSet/>
      <dgm:spPr/>
      <dgm:t>
        <a:bodyPr/>
        <a:lstStyle/>
        <a:p>
          <a:endParaRPr lang="en-US" sz="2400" b="1"/>
        </a:p>
      </dgm:t>
    </dgm:pt>
    <dgm:pt modelId="{B73D5317-F98A-418D-A23E-8484E29FE252}" type="parTrans" cxnId="{2EB43814-35CB-4D9A-B513-B09DA08018AD}">
      <dgm:prSet/>
      <dgm:spPr/>
      <dgm:t>
        <a:bodyPr/>
        <a:lstStyle/>
        <a:p>
          <a:endParaRPr lang="en-US" sz="2400" b="1"/>
        </a:p>
      </dgm:t>
    </dgm:pt>
    <dgm:pt modelId="{B349CE23-C3B4-4742-B883-BFFD7B52F131}">
      <dgm:prSet custT="1"/>
      <dgm:spPr/>
      <dgm:t>
        <a:bodyPr/>
        <a:lstStyle/>
        <a:p>
          <a:r>
            <a:rPr lang="en-US" sz="1400" b="1" noProof="0"/>
            <a:t>Started as Agronomic Data Specialist at Corteva</a:t>
          </a:r>
        </a:p>
      </dgm:t>
    </dgm:pt>
    <dgm:pt modelId="{09536BFF-6F35-4E46-B49D-74E8A589C7CC}" type="sibTrans" cxnId="{0DCC0632-FCAF-4F22-B972-6D30C09B8F33}">
      <dgm:prSet/>
      <dgm:spPr/>
      <dgm:t>
        <a:bodyPr/>
        <a:lstStyle/>
        <a:p>
          <a:endParaRPr lang="en-US" sz="2400" b="1"/>
        </a:p>
      </dgm:t>
    </dgm:pt>
    <dgm:pt modelId="{A6D73C72-C3BD-4F7E-81AC-2216963D1624}" type="parTrans" cxnId="{0DCC0632-FCAF-4F22-B972-6D30C09B8F33}">
      <dgm:prSet/>
      <dgm:spPr/>
      <dgm:t>
        <a:bodyPr/>
        <a:lstStyle/>
        <a:p>
          <a:endParaRPr lang="en-US" sz="2400" b="1"/>
        </a:p>
      </dgm:t>
    </dgm:pt>
    <dgm:pt modelId="{09C152DA-7620-4852-8162-A77EC3609F3F}">
      <dgm:prSet custT="1"/>
      <dgm:spPr/>
      <dgm:t>
        <a:bodyPr/>
        <a:lstStyle/>
        <a:p>
          <a:r>
            <a:rPr lang="en-US" sz="1400" b="1" noProof="0"/>
            <a:t>2013</a:t>
          </a:r>
        </a:p>
      </dgm:t>
    </dgm:pt>
    <dgm:pt modelId="{0AE8D36D-0F0F-4206-AE39-0A2D73987B68}" type="sibTrans" cxnId="{23ECAC8B-17A4-4883-AA0E-06D66B7E788A}">
      <dgm:prSet/>
      <dgm:spPr/>
      <dgm:t>
        <a:bodyPr/>
        <a:lstStyle/>
        <a:p>
          <a:endParaRPr lang="en-US" sz="2400" b="1"/>
        </a:p>
      </dgm:t>
    </dgm:pt>
    <dgm:pt modelId="{9F6D14C0-6C82-4CBD-8D6D-B0E117B6F2ED}" type="parTrans" cxnId="{23ECAC8B-17A4-4883-AA0E-06D66B7E788A}">
      <dgm:prSet/>
      <dgm:spPr/>
      <dgm:t>
        <a:bodyPr/>
        <a:lstStyle/>
        <a:p>
          <a:endParaRPr lang="en-US" sz="2400" b="1"/>
        </a:p>
      </dgm:t>
    </dgm:pt>
    <dgm:pt modelId="{39C9C664-D968-4FB0-ACCE-484A97168770}">
      <dgm:prSet custT="1"/>
      <dgm:spPr/>
      <dgm:t>
        <a:bodyPr/>
        <a:lstStyle/>
        <a:p>
          <a:r>
            <a:rPr lang="en-US" sz="1400" b="1" kern="1200" noProof="0">
              <a:solidFill>
                <a:prstClr val="black">
                  <a:hueOff val="0"/>
                  <a:satOff val="0"/>
                  <a:lumOff val="0"/>
                  <a:alphaOff val="0"/>
                </a:prstClr>
              </a:solidFill>
              <a:latin typeface="Calibri" panose="020F0502020204030204"/>
              <a:ea typeface="+mn-ea"/>
              <a:cs typeface="+mn-cs"/>
            </a:rPr>
            <a:t>Started Master Degree (UFSM)</a:t>
          </a:r>
        </a:p>
      </dgm:t>
    </dgm:pt>
    <dgm:pt modelId="{89A01806-CB70-4528-8D98-CEA7C9E66FC3}" type="sibTrans" cxnId="{76160380-B57F-4739-A833-D553E12AFD1D}">
      <dgm:prSet/>
      <dgm:spPr/>
      <dgm:t>
        <a:bodyPr/>
        <a:lstStyle/>
        <a:p>
          <a:endParaRPr lang="en-US" sz="2400" b="1"/>
        </a:p>
      </dgm:t>
    </dgm:pt>
    <dgm:pt modelId="{01BAA341-250B-4AD9-AD24-06936648E2CC}" type="parTrans" cxnId="{76160380-B57F-4739-A833-D553E12AFD1D}">
      <dgm:prSet/>
      <dgm:spPr/>
      <dgm:t>
        <a:bodyPr/>
        <a:lstStyle/>
        <a:p>
          <a:endParaRPr lang="en-US" sz="2400" b="1"/>
        </a:p>
      </dgm:t>
    </dgm:pt>
    <dgm:pt modelId="{5F0DEAB0-2210-452F-A892-E7CA3F06DDA6}">
      <dgm:prSet custT="1"/>
      <dgm:spPr/>
      <dgm:t>
        <a:bodyPr/>
        <a:lstStyle/>
        <a:p>
          <a:r>
            <a:rPr lang="en-US" sz="1400" b="1" noProof="0"/>
            <a:t>2015</a:t>
          </a:r>
        </a:p>
      </dgm:t>
    </dgm:pt>
    <dgm:pt modelId="{0FC34745-C13D-44E9-9594-9BA97D381D2F}" type="sibTrans" cxnId="{2B3C4F36-2C5B-48FE-A8F9-0B0DF68EF096}">
      <dgm:prSet/>
      <dgm:spPr/>
      <dgm:t>
        <a:bodyPr/>
        <a:lstStyle/>
        <a:p>
          <a:endParaRPr lang="en-US" sz="2400" b="1"/>
        </a:p>
      </dgm:t>
    </dgm:pt>
    <dgm:pt modelId="{D7EBEADF-760A-488D-99A1-25E5405ADF64}" type="parTrans" cxnId="{2B3C4F36-2C5B-48FE-A8F9-0B0DF68EF096}">
      <dgm:prSet/>
      <dgm:spPr/>
      <dgm:t>
        <a:bodyPr/>
        <a:lstStyle/>
        <a:p>
          <a:endParaRPr lang="en-US" sz="2400" b="1"/>
        </a:p>
      </dgm:t>
    </dgm:pt>
    <dgm:pt modelId="{6C8937BE-93F8-4DED-8538-1C601DAEBA66}">
      <dgm:prSet custT="1"/>
      <dgm:spPr/>
      <dgm:t>
        <a:bodyPr/>
        <a:lstStyle/>
        <a:p>
          <a:pPr>
            <a:buFont typeface="Arial" panose="020B0604020202020204" pitchFamily="34" charset="0"/>
            <a:buChar char="•"/>
          </a:pPr>
          <a:r>
            <a:rPr lang="en-US" sz="1400" b="1" kern="1200" noProof="0">
              <a:solidFill>
                <a:prstClr val="black"/>
              </a:solidFill>
              <a:latin typeface="Franklin Gothic Book" panose="020B0502020104020203"/>
              <a:ea typeface="+mn-ea"/>
              <a:cs typeface="+mn-cs"/>
            </a:rPr>
            <a:t>Finished Master</a:t>
          </a:r>
        </a:p>
        <a:p>
          <a:pPr>
            <a:buFont typeface="Arial" panose="020B0604020202020204" pitchFamily="34" charset="0"/>
            <a:buChar char="•"/>
          </a:pPr>
          <a:r>
            <a:rPr lang="en-US" sz="1400" b="1" kern="1200" noProof="0">
              <a:solidFill>
                <a:prstClr val="black"/>
              </a:solidFill>
              <a:latin typeface="Franklin Gothic Book" panose="020B0502020104020203"/>
              <a:ea typeface="+mn-ea"/>
              <a:cs typeface="+mn-cs"/>
            </a:rPr>
            <a:t>Started as Breeder Assistant at Corteva</a:t>
          </a:r>
        </a:p>
      </dgm:t>
    </dgm:pt>
    <dgm:pt modelId="{A97BE953-FA9D-4BA6-A92C-494DB1F3BA59}" type="sibTrans" cxnId="{FAA8D3DD-12E8-457D-9144-B037C5678347}">
      <dgm:prSet/>
      <dgm:spPr/>
      <dgm:t>
        <a:bodyPr/>
        <a:lstStyle/>
        <a:p>
          <a:endParaRPr lang="en-US" sz="2400" b="1"/>
        </a:p>
      </dgm:t>
    </dgm:pt>
    <dgm:pt modelId="{77D169C6-D77F-456D-B18B-D7BE016AD87A}" type="parTrans" cxnId="{FAA8D3DD-12E8-457D-9144-B037C5678347}">
      <dgm:prSet/>
      <dgm:spPr/>
      <dgm:t>
        <a:bodyPr/>
        <a:lstStyle/>
        <a:p>
          <a:endParaRPr lang="en-US" sz="2400" b="1"/>
        </a:p>
      </dgm:t>
    </dgm:pt>
    <dgm:pt modelId="{2A08DEC1-9DD6-4AC1-86F5-076D2E0A28FD}">
      <dgm:prSet custT="1"/>
      <dgm:spPr/>
      <dgm:t>
        <a:bodyPr/>
        <a:lstStyle/>
        <a:p>
          <a:r>
            <a:rPr lang="en-US" sz="1400" b="1" noProof="0"/>
            <a:t>2017-2018</a:t>
          </a:r>
        </a:p>
      </dgm:t>
    </dgm:pt>
    <dgm:pt modelId="{B66CF732-1B83-47A2-BE48-17A668D4D959}" type="sibTrans" cxnId="{CB0D4A5C-4573-4E5A-933E-2917FECE3A15}">
      <dgm:prSet/>
      <dgm:spPr/>
      <dgm:t>
        <a:bodyPr/>
        <a:lstStyle/>
        <a:p>
          <a:endParaRPr lang="en-US" sz="2400" b="1"/>
        </a:p>
      </dgm:t>
    </dgm:pt>
    <dgm:pt modelId="{47538C76-E27F-4AC7-852D-AB486C730975}" type="parTrans" cxnId="{CB0D4A5C-4573-4E5A-933E-2917FECE3A15}">
      <dgm:prSet/>
      <dgm:spPr/>
      <dgm:t>
        <a:bodyPr/>
        <a:lstStyle/>
        <a:p>
          <a:endParaRPr lang="en-US" sz="2400" b="1"/>
        </a:p>
      </dgm:t>
    </dgm:pt>
    <dgm:pt modelId="{588CC57D-6027-4C9C-B3B6-A859A7E93EC5}">
      <dgm:prSet custT="1"/>
      <dgm:spPr/>
      <dgm:t>
        <a:bodyPr/>
        <a:lstStyle/>
        <a:p>
          <a:r>
            <a:rPr lang="en-US" sz="1400" b="1" noProof="0"/>
            <a:t>2019-2021</a:t>
          </a:r>
        </a:p>
      </dgm:t>
    </dgm:pt>
    <dgm:pt modelId="{90DF161E-ABE0-4467-A170-6766C1F00DF2}" type="sibTrans" cxnId="{77F7AD89-230C-4058-A0CD-7E81A05463BB}">
      <dgm:prSet/>
      <dgm:spPr/>
      <dgm:t>
        <a:bodyPr/>
        <a:lstStyle/>
        <a:p>
          <a:endParaRPr lang="en-US" sz="2400" b="1"/>
        </a:p>
      </dgm:t>
    </dgm:pt>
    <dgm:pt modelId="{0F538BAB-57E8-4FA3-88B6-C391B002E748}" type="parTrans" cxnId="{77F7AD89-230C-4058-A0CD-7E81A05463BB}">
      <dgm:prSet/>
      <dgm:spPr/>
      <dgm:t>
        <a:bodyPr/>
        <a:lstStyle/>
        <a:p>
          <a:endParaRPr lang="en-US" sz="2400" b="1"/>
        </a:p>
      </dgm:t>
    </dgm:pt>
    <dgm:pt modelId="{A9B02118-6EBC-4F78-B4C5-E43600462179}">
      <dgm:prSet custT="1"/>
      <dgm:spPr/>
      <dgm:t>
        <a:bodyPr/>
        <a:lstStyle/>
        <a:p>
          <a:r>
            <a:rPr lang="en-US" sz="1400" b="1" kern="1200" noProof="0">
              <a:solidFill>
                <a:prstClr val="black">
                  <a:hueOff val="0"/>
                  <a:satOff val="0"/>
                  <a:lumOff val="0"/>
                  <a:alphaOff val="0"/>
                </a:prstClr>
              </a:solidFill>
              <a:latin typeface="Franklin Gothic Book" panose="020B0502020104020203"/>
              <a:ea typeface="+mn-ea"/>
              <a:cs typeface="+mn-cs"/>
            </a:rPr>
            <a:t>Started as Breeder position</a:t>
          </a:r>
        </a:p>
        <a:p>
          <a:r>
            <a:rPr lang="en-US" sz="1400" b="1" kern="1200" noProof="0">
              <a:solidFill>
                <a:prstClr val="black">
                  <a:hueOff val="0"/>
                  <a:satOff val="0"/>
                  <a:lumOff val="0"/>
                  <a:alphaOff val="0"/>
                </a:prstClr>
              </a:solidFill>
              <a:latin typeface="Franklin Gothic Book" panose="020B0502020104020203"/>
              <a:ea typeface="+mn-ea"/>
              <a:cs typeface="+mn-cs"/>
            </a:rPr>
            <a:t>Finished Ph.D.</a:t>
          </a:r>
        </a:p>
        <a:p>
          <a:r>
            <a:rPr lang="en-US" sz="1400" b="1" kern="1200" noProof="0">
              <a:solidFill>
                <a:prstClr val="black">
                  <a:hueOff val="0"/>
                  <a:satOff val="0"/>
                  <a:lumOff val="0"/>
                  <a:alphaOff val="0"/>
                </a:prstClr>
              </a:solidFill>
              <a:latin typeface="Franklin Gothic Book" panose="020B0502020104020203"/>
              <a:ea typeface="+mn-ea"/>
              <a:cs typeface="+mn-cs"/>
            </a:rPr>
            <a:t>Applied ML in other areas</a:t>
          </a:r>
        </a:p>
      </dgm:t>
    </dgm:pt>
    <dgm:pt modelId="{54D993FC-7871-4869-AF68-C519531E032A}" type="sibTrans" cxnId="{69E75B8E-8B04-43D3-92C4-3437B1BA14EE}">
      <dgm:prSet/>
      <dgm:spPr/>
      <dgm:t>
        <a:bodyPr/>
        <a:lstStyle/>
        <a:p>
          <a:endParaRPr lang="en-US" sz="2400" b="1"/>
        </a:p>
      </dgm:t>
    </dgm:pt>
    <dgm:pt modelId="{0F3A1C84-5AA0-4E27-90E5-32631302F7E1}" type="parTrans" cxnId="{69E75B8E-8B04-43D3-92C4-3437B1BA14EE}">
      <dgm:prSet/>
      <dgm:spPr/>
      <dgm:t>
        <a:bodyPr/>
        <a:lstStyle/>
        <a:p>
          <a:endParaRPr lang="en-US" sz="2400" b="1"/>
        </a:p>
      </dgm:t>
    </dgm:pt>
    <dgm:pt modelId="{450C7C27-5818-436D-9CF7-1F42F9018FE1}">
      <dgm:prSet custT="1"/>
      <dgm:spPr/>
      <dgm:t>
        <a:bodyPr/>
        <a:lstStyle/>
        <a:p>
          <a:r>
            <a:rPr lang="en-US" sz="1400" b="1" kern="1200" noProof="0" dirty="0">
              <a:solidFill>
                <a:prstClr val="black">
                  <a:hueOff val="0"/>
                  <a:satOff val="0"/>
                  <a:lumOff val="0"/>
                  <a:alphaOff val="0"/>
                </a:prstClr>
              </a:solidFill>
              <a:latin typeface="Calibri" panose="020F0502020204030204"/>
              <a:ea typeface="+mn-ea"/>
              <a:cs typeface="+mn-cs"/>
            </a:rPr>
            <a:t>Started PhD (</a:t>
          </a:r>
          <a:r>
            <a:rPr lang="en-US" sz="1400" b="1" kern="1200" noProof="0" dirty="0" err="1">
              <a:solidFill>
                <a:prstClr val="black">
                  <a:hueOff val="0"/>
                  <a:satOff val="0"/>
                  <a:lumOff val="0"/>
                  <a:alphaOff val="0"/>
                </a:prstClr>
              </a:solidFill>
              <a:latin typeface="Calibri" panose="020F0502020204030204"/>
              <a:ea typeface="+mn-ea"/>
              <a:cs typeface="+mn-cs"/>
            </a:rPr>
            <a:t>Unicentro</a:t>
          </a:r>
          <a:r>
            <a:rPr lang="en-US" sz="1400" b="1" kern="1200" noProof="0" dirty="0">
              <a:solidFill>
                <a:prstClr val="black">
                  <a:hueOff val="0"/>
                  <a:satOff val="0"/>
                  <a:lumOff val="0"/>
                  <a:alphaOff val="0"/>
                </a:prstClr>
              </a:solidFill>
              <a:latin typeface="Calibri" panose="020F0502020204030204"/>
              <a:ea typeface="+mn-ea"/>
              <a:cs typeface="+mn-cs"/>
            </a:rPr>
            <a:t>) </a:t>
          </a:r>
        </a:p>
        <a:p>
          <a:r>
            <a:rPr lang="en-US" sz="1400" b="1" kern="1200" noProof="0" dirty="0"/>
            <a:t>Intensive use of genomic prediction</a:t>
          </a:r>
        </a:p>
      </dgm:t>
    </dgm:pt>
    <dgm:pt modelId="{2ACA117D-7872-4188-BD94-68C6F78B0FE4}" type="parTrans" cxnId="{4D9845AC-23B7-44DC-A87E-EB61494D8FF9}">
      <dgm:prSet/>
      <dgm:spPr/>
      <dgm:t>
        <a:bodyPr/>
        <a:lstStyle/>
        <a:p>
          <a:endParaRPr lang="en-US" sz="2400" b="1"/>
        </a:p>
      </dgm:t>
    </dgm:pt>
    <dgm:pt modelId="{A2E33093-DB69-49F9-9EC8-AD5EC5F2531B}" type="sibTrans" cxnId="{4D9845AC-23B7-44DC-A87E-EB61494D8FF9}">
      <dgm:prSet/>
      <dgm:spPr/>
      <dgm:t>
        <a:bodyPr/>
        <a:lstStyle/>
        <a:p>
          <a:endParaRPr lang="en-US" sz="2400" b="1"/>
        </a:p>
      </dgm:t>
    </dgm:pt>
    <dgm:pt modelId="{2CC9E96B-AA50-4B2B-B58B-CAE62A29846B}">
      <dgm:prSet custT="1"/>
      <dgm:spPr/>
      <dgm:t>
        <a:bodyPr/>
        <a:lstStyle/>
        <a:p>
          <a:r>
            <a:rPr lang="pt-BR" sz="1400" b="1"/>
            <a:t>2022</a:t>
          </a:r>
        </a:p>
      </dgm:t>
    </dgm:pt>
    <dgm:pt modelId="{505B2FF7-1D73-424D-BC30-E14B608AA6AF}" type="parTrans" cxnId="{778C227F-3161-4B31-8A54-E512C209D3C1}">
      <dgm:prSet/>
      <dgm:spPr/>
      <dgm:t>
        <a:bodyPr/>
        <a:lstStyle/>
        <a:p>
          <a:endParaRPr lang="pt-BR" sz="2400" b="1"/>
        </a:p>
      </dgm:t>
    </dgm:pt>
    <dgm:pt modelId="{9ED3A5D5-E0BB-4CDD-9F53-73C86DF387DA}" type="sibTrans" cxnId="{778C227F-3161-4B31-8A54-E512C209D3C1}">
      <dgm:prSet/>
      <dgm:spPr/>
      <dgm:t>
        <a:bodyPr/>
        <a:lstStyle/>
        <a:p>
          <a:endParaRPr lang="pt-BR" sz="2400" b="1"/>
        </a:p>
      </dgm:t>
    </dgm:pt>
    <dgm:pt modelId="{060FC5D3-E12C-4E18-8146-8E9A9DAB6734}">
      <dgm:prSet custT="1"/>
      <dgm:spPr/>
      <dgm:t>
        <a:bodyPr/>
        <a:lstStyle/>
        <a:p>
          <a:r>
            <a:rPr lang="en-US" sz="1400" b="1" noProof="0"/>
            <a:t>Started Research Station Manager at Nutrien</a:t>
          </a:r>
        </a:p>
      </dgm:t>
    </dgm:pt>
    <dgm:pt modelId="{F02B8B49-319B-4421-8A0A-8B1BEDE538EC}" type="parTrans" cxnId="{831BC6DB-519B-4BE2-B140-EF3673455318}">
      <dgm:prSet/>
      <dgm:spPr/>
      <dgm:t>
        <a:bodyPr/>
        <a:lstStyle/>
        <a:p>
          <a:endParaRPr lang="pt-BR" sz="2400" b="1"/>
        </a:p>
      </dgm:t>
    </dgm:pt>
    <dgm:pt modelId="{75DAA0CF-5115-43E5-97A2-A2D6BAB8F1A0}" type="sibTrans" cxnId="{831BC6DB-519B-4BE2-B140-EF3673455318}">
      <dgm:prSet/>
      <dgm:spPr/>
      <dgm:t>
        <a:bodyPr/>
        <a:lstStyle/>
        <a:p>
          <a:endParaRPr lang="pt-BR" sz="2400" b="1"/>
        </a:p>
      </dgm:t>
    </dgm:pt>
    <dgm:pt modelId="{920372CF-A7EB-4731-9875-0BDAB0122A28}">
      <dgm:prSet custT="1"/>
      <dgm:spPr/>
      <dgm:t>
        <a:bodyPr/>
        <a:lstStyle/>
        <a:p>
          <a:r>
            <a:rPr lang="pt-BR" sz="1400" b="1"/>
            <a:t>2023-Courrent</a:t>
          </a:r>
        </a:p>
      </dgm:t>
    </dgm:pt>
    <dgm:pt modelId="{6A82458E-C923-4DCD-AEE2-B066367AF8D6}" type="parTrans" cxnId="{9D40AA9B-53B4-45DC-BB7D-0DB0823337D2}">
      <dgm:prSet/>
      <dgm:spPr/>
      <dgm:t>
        <a:bodyPr/>
        <a:lstStyle/>
        <a:p>
          <a:endParaRPr lang="en-US" sz="2400" b="1"/>
        </a:p>
      </dgm:t>
    </dgm:pt>
    <dgm:pt modelId="{10A9D58C-90A2-4BFC-B571-189FF1F619FE}" type="sibTrans" cxnId="{9D40AA9B-53B4-45DC-BB7D-0DB0823337D2}">
      <dgm:prSet/>
      <dgm:spPr/>
      <dgm:t>
        <a:bodyPr/>
        <a:lstStyle/>
        <a:p>
          <a:endParaRPr lang="en-US" sz="2400" b="1"/>
        </a:p>
      </dgm:t>
    </dgm:pt>
    <dgm:pt modelId="{2460C448-E324-4700-88A0-EEB4158D4027}">
      <dgm:prSet custT="1"/>
      <dgm:spPr/>
      <dgm:t>
        <a:bodyPr/>
        <a:lstStyle/>
        <a:p>
          <a:r>
            <a:rPr lang="en-US" sz="1400" b="1" noProof="0"/>
            <a:t>Product development breeder for Sweet Corn and Onion Bayer</a:t>
          </a:r>
        </a:p>
      </dgm:t>
    </dgm:pt>
    <dgm:pt modelId="{5958EE73-E2F4-4AE6-B92D-BDEF0B26E1F9}" type="parTrans" cxnId="{E90F9B19-F4CD-41F7-A40A-4DF5339150FB}">
      <dgm:prSet/>
      <dgm:spPr/>
      <dgm:t>
        <a:bodyPr/>
        <a:lstStyle/>
        <a:p>
          <a:endParaRPr lang="en-US" sz="2400" b="1"/>
        </a:p>
      </dgm:t>
    </dgm:pt>
    <dgm:pt modelId="{2B4F523D-737D-4CFB-9BF2-9E68FE1BB19F}" type="sibTrans" cxnId="{E90F9B19-F4CD-41F7-A40A-4DF5339150FB}">
      <dgm:prSet/>
      <dgm:spPr/>
      <dgm:t>
        <a:bodyPr/>
        <a:lstStyle/>
        <a:p>
          <a:endParaRPr lang="en-US" sz="2400" b="1"/>
        </a:p>
      </dgm:t>
    </dgm:pt>
    <dgm:pt modelId="{AB52B3CC-6563-466D-BFC3-9B6B5AFA0881}" type="pres">
      <dgm:prSet presAssocID="{6A70FD8F-0050-42E3-8B3A-6ED7CFB9852E}" presName="Name0" presStyleCnt="0">
        <dgm:presLayoutVars>
          <dgm:chMax/>
          <dgm:chPref/>
          <dgm:animLvl val="lvl"/>
        </dgm:presLayoutVars>
      </dgm:prSet>
      <dgm:spPr/>
    </dgm:pt>
    <dgm:pt modelId="{815EDF7B-AC93-4A61-87AA-CAA5D85C31A8}" type="pres">
      <dgm:prSet presAssocID="{8DB5D7D5-6A1C-4ABC-8850-759A9D876047}" presName="composite1" presStyleCnt="0"/>
      <dgm:spPr/>
    </dgm:pt>
    <dgm:pt modelId="{954381E7-0584-46DD-8108-E9BF4F2B5005}" type="pres">
      <dgm:prSet presAssocID="{8DB5D7D5-6A1C-4ABC-8850-759A9D876047}" presName="parent1" presStyleLbl="alignNode1" presStyleIdx="0" presStyleCnt="8">
        <dgm:presLayoutVars>
          <dgm:chMax val="1"/>
          <dgm:chPref val="1"/>
          <dgm:bulletEnabled val="1"/>
        </dgm:presLayoutVars>
      </dgm:prSet>
      <dgm:spPr/>
    </dgm:pt>
    <dgm:pt modelId="{5A1B764B-0DC5-47CD-BDEA-9E67799496EC}" type="pres">
      <dgm:prSet presAssocID="{8DB5D7D5-6A1C-4ABC-8850-759A9D876047}" presName="Childtext1" presStyleLbl="revTx" presStyleIdx="0" presStyleCnt="8">
        <dgm:presLayoutVars>
          <dgm:bulletEnabled val="1"/>
        </dgm:presLayoutVars>
      </dgm:prSet>
      <dgm:spPr/>
    </dgm:pt>
    <dgm:pt modelId="{122B38A3-0442-4747-820C-1F37877E2B0E}" type="pres">
      <dgm:prSet presAssocID="{8DB5D7D5-6A1C-4ABC-8850-759A9D876047}" presName="ConnectLine1" presStyleLbl="sibTrans1D1" presStyleIdx="0" presStyleCnt="8"/>
      <dgm:spPr>
        <a:noFill/>
        <a:ln w="12700" cap="rnd" cmpd="sng" algn="ctr">
          <a:solidFill>
            <a:schemeClr val="accent1">
              <a:shade val="90000"/>
              <a:hueOff val="93466"/>
              <a:satOff val="1924"/>
              <a:lumOff val="8231"/>
              <a:alphaOff val="0"/>
            </a:schemeClr>
          </a:solidFill>
          <a:prstDash val="dash"/>
        </a:ln>
        <a:effectLst/>
      </dgm:spPr>
    </dgm:pt>
    <dgm:pt modelId="{A73181F6-69BB-4A47-8277-4671A45AC8C8}" type="pres">
      <dgm:prSet presAssocID="{8DB5D7D5-6A1C-4ABC-8850-759A9D876047}" presName="ConnectLineEnd1" presStyleLbl="lnNode1" presStyleIdx="0" presStyleCnt="8"/>
      <dgm:spPr/>
    </dgm:pt>
    <dgm:pt modelId="{6E76EADA-5F61-4A59-B2F8-FA10112079FC}" type="pres">
      <dgm:prSet presAssocID="{8DB5D7D5-6A1C-4ABC-8850-759A9D876047}" presName="EmptyPane1" presStyleCnt="0"/>
      <dgm:spPr/>
    </dgm:pt>
    <dgm:pt modelId="{A8189248-0785-43F1-844C-4DE92841F254}" type="pres">
      <dgm:prSet presAssocID="{BD6E0A2E-99C8-4F5A-971A-CD211D1099FF}" presName="spaceBetweenRectangles1" presStyleCnt="0"/>
      <dgm:spPr/>
    </dgm:pt>
    <dgm:pt modelId="{A66C64AC-692C-4004-B8E4-92795F69B0B5}" type="pres">
      <dgm:prSet presAssocID="{B15742A6-8607-47A2-B297-2F919515E2AA}" presName="composite1" presStyleCnt="0"/>
      <dgm:spPr/>
    </dgm:pt>
    <dgm:pt modelId="{FB59B452-E06E-492C-9D8F-A886E6B5509B}" type="pres">
      <dgm:prSet presAssocID="{B15742A6-8607-47A2-B297-2F919515E2AA}" presName="parent1" presStyleLbl="alignNode1" presStyleIdx="1" presStyleCnt="8">
        <dgm:presLayoutVars>
          <dgm:chMax val="1"/>
          <dgm:chPref val="1"/>
          <dgm:bulletEnabled val="1"/>
        </dgm:presLayoutVars>
      </dgm:prSet>
      <dgm:spPr/>
    </dgm:pt>
    <dgm:pt modelId="{1D4D9B2C-E8CB-4C68-8521-A47DA8EE68E2}" type="pres">
      <dgm:prSet presAssocID="{B15742A6-8607-47A2-B297-2F919515E2AA}" presName="Childtext1" presStyleLbl="revTx" presStyleIdx="1" presStyleCnt="8">
        <dgm:presLayoutVars>
          <dgm:bulletEnabled val="1"/>
        </dgm:presLayoutVars>
      </dgm:prSet>
      <dgm:spPr/>
    </dgm:pt>
    <dgm:pt modelId="{BF08E6BE-C200-490E-8EB5-E85D0624C8CA}" type="pres">
      <dgm:prSet presAssocID="{B15742A6-8607-47A2-B297-2F919515E2AA}" presName="ConnectLine1" presStyleLbl="sibTrans1D1" presStyleIdx="1" presStyleCnt="8"/>
      <dgm:spPr>
        <a:noFill/>
        <a:ln w="12700" cap="rnd" cmpd="sng" algn="ctr">
          <a:solidFill>
            <a:schemeClr val="accent1">
              <a:shade val="90000"/>
              <a:hueOff val="81129"/>
              <a:satOff val="-1564"/>
              <a:lumOff val="5113"/>
              <a:alphaOff val="0"/>
            </a:schemeClr>
          </a:solidFill>
          <a:prstDash val="dash"/>
        </a:ln>
        <a:effectLst/>
      </dgm:spPr>
    </dgm:pt>
    <dgm:pt modelId="{44F13D31-C658-4E1A-B733-259FC8891A4A}" type="pres">
      <dgm:prSet presAssocID="{B15742A6-8607-47A2-B297-2F919515E2AA}" presName="ConnectLineEnd1" presStyleLbl="lnNode1" presStyleIdx="1" presStyleCnt="8"/>
      <dgm:spPr/>
    </dgm:pt>
    <dgm:pt modelId="{BBBAAF4B-7206-404C-AF30-CCD0452FAEBE}" type="pres">
      <dgm:prSet presAssocID="{B15742A6-8607-47A2-B297-2F919515E2AA}" presName="EmptyPane1" presStyleCnt="0"/>
      <dgm:spPr/>
    </dgm:pt>
    <dgm:pt modelId="{8BC793E4-CD97-45FD-8675-0AB865DC5F53}" type="pres">
      <dgm:prSet presAssocID="{401509F1-714E-41A0-91AD-64822606807F}" presName="spaceBetweenRectangles1" presStyleCnt="0"/>
      <dgm:spPr/>
    </dgm:pt>
    <dgm:pt modelId="{3E3E944D-A6EC-4962-9AC1-C585A4F97BDA}" type="pres">
      <dgm:prSet presAssocID="{09C152DA-7620-4852-8162-A77EC3609F3F}" presName="composite1" presStyleCnt="0"/>
      <dgm:spPr/>
    </dgm:pt>
    <dgm:pt modelId="{566B79CB-1A41-4F5C-BF91-58D94BF93913}" type="pres">
      <dgm:prSet presAssocID="{09C152DA-7620-4852-8162-A77EC3609F3F}" presName="parent1" presStyleLbl="alignNode1" presStyleIdx="2" presStyleCnt="8">
        <dgm:presLayoutVars>
          <dgm:chMax val="1"/>
          <dgm:chPref val="1"/>
          <dgm:bulletEnabled val="1"/>
        </dgm:presLayoutVars>
      </dgm:prSet>
      <dgm:spPr/>
    </dgm:pt>
    <dgm:pt modelId="{B4723E2A-4FF1-452A-BD25-8EC364F15A6F}" type="pres">
      <dgm:prSet presAssocID="{09C152DA-7620-4852-8162-A77EC3609F3F}" presName="Childtext1" presStyleLbl="revTx" presStyleIdx="2" presStyleCnt="8">
        <dgm:presLayoutVars>
          <dgm:bulletEnabled val="1"/>
        </dgm:presLayoutVars>
      </dgm:prSet>
      <dgm:spPr/>
    </dgm:pt>
    <dgm:pt modelId="{440E9361-37D2-4157-AF38-7B49AD23708B}" type="pres">
      <dgm:prSet presAssocID="{09C152DA-7620-4852-8162-A77EC3609F3F}" presName="ConnectLine1" presStyleLbl="sibTrans1D1" presStyleIdx="2" presStyleCnt="8"/>
      <dgm:spPr>
        <a:noFill/>
        <a:ln w="12700" cap="rnd" cmpd="sng" algn="ctr">
          <a:solidFill>
            <a:schemeClr val="accent1">
              <a:shade val="90000"/>
              <a:hueOff val="186931"/>
              <a:satOff val="3848"/>
              <a:lumOff val="16461"/>
              <a:alphaOff val="0"/>
            </a:schemeClr>
          </a:solidFill>
          <a:prstDash val="dash"/>
        </a:ln>
        <a:effectLst/>
      </dgm:spPr>
    </dgm:pt>
    <dgm:pt modelId="{C45E7B63-1C71-483E-A3A8-705CE86D4D8E}" type="pres">
      <dgm:prSet presAssocID="{09C152DA-7620-4852-8162-A77EC3609F3F}" presName="ConnectLineEnd1" presStyleLbl="lnNode1" presStyleIdx="2" presStyleCnt="8"/>
      <dgm:spPr/>
    </dgm:pt>
    <dgm:pt modelId="{4174F691-D9D3-451C-9893-D177DC3AED58}" type="pres">
      <dgm:prSet presAssocID="{09C152DA-7620-4852-8162-A77EC3609F3F}" presName="EmptyPane1" presStyleCnt="0"/>
      <dgm:spPr/>
    </dgm:pt>
    <dgm:pt modelId="{BA182AD5-B3CD-4715-83B3-985648105DAB}" type="pres">
      <dgm:prSet presAssocID="{0AE8D36D-0F0F-4206-AE39-0A2D73987B68}" presName="spaceBetweenRectangles1" presStyleCnt="0"/>
      <dgm:spPr/>
    </dgm:pt>
    <dgm:pt modelId="{B42E32F9-B08A-458B-8ECD-E5D5295C5D94}" type="pres">
      <dgm:prSet presAssocID="{5F0DEAB0-2210-452F-A892-E7CA3F06DDA6}" presName="composite1" presStyleCnt="0"/>
      <dgm:spPr/>
    </dgm:pt>
    <dgm:pt modelId="{E0C898A3-FFA5-456F-A420-6E30AF4B83F1}" type="pres">
      <dgm:prSet presAssocID="{5F0DEAB0-2210-452F-A892-E7CA3F06DDA6}" presName="parent1" presStyleLbl="alignNode1" presStyleIdx="3" presStyleCnt="8">
        <dgm:presLayoutVars>
          <dgm:chMax val="1"/>
          <dgm:chPref val="1"/>
          <dgm:bulletEnabled val="1"/>
        </dgm:presLayoutVars>
      </dgm:prSet>
      <dgm:spPr/>
    </dgm:pt>
    <dgm:pt modelId="{8F0706C7-94C2-4AB0-9263-5EEAAD776ED3}" type="pres">
      <dgm:prSet presAssocID="{5F0DEAB0-2210-452F-A892-E7CA3F06DDA6}" presName="Childtext1" presStyleLbl="revTx" presStyleIdx="3" presStyleCnt="8">
        <dgm:presLayoutVars>
          <dgm:bulletEnabled val="1"/>
        </dgm:presLayoutVars>
      </dgm:prSet>
      <dgm:spPr/>
    </dgm:pt>
    <dgm:pt modelId="{5090CD61-57F4-4A94-BC74-3C8C78EEF20D}" type="pres">
      <dgm:prSet presAssocID="{5F0DEAB0-2210-452F-A892-E7CA3F06DDA6}" presName="ConnectLine1" presStyleLbl="sibTrans1D1" presStyleIdx="3" presStyleCnt="8"/>
      <dgm:spPr>
        <a:noFill/>
        <a:ln w="12700" cap="rnd" cmpd="sng" algn="ctr">
          <a:solidFill>
            <a:schemeClr val="accent1">
              <a:shade val="90000"/>
              <a:hueOff val="162259"/>
              <a:satOff val="-3128"/>
              <a:lumOff val="10227"/>
              <a:alphaOff val="0"/>
            </a:schemeClr>
          </a:solidFill>
          <a:prstDash val="dash"/>
        </a:ln>
        <a:effectLst/>
      </dgm:spPr>
    </dgm:pt>
    <dgm:pt modelId="{98A10344-25B2-4BDC-98A3-23EC5A3E13BD}" type="pres">
      <dgm:prSet presAssocID="{5F0DEAB0-2210-452F-A892-E7CA3F06DDA6}" presName="ConnectLineEnd1" presStyleLbl="lnNode1" presStyleIdx="3" presStyleCnt="8"/>
      <dgm:spPr/>
    </dgm:pt>
    <dgm:pt modelId="{2459E4E0-712E-4C06-9540-FB357454B0B1}" type="pres">
      <dgm:prSet presAssocID="{5F0DEAB0-2210-452F-A892-E7CA3F06DDA6}" presName="EmptyPane1" presStyleCnt="0"/>
      <dgm:spPr/>
    </dgm:pt>
    <dgm:pt modelId="{BFC0B042-3236-4795-9DB7-E30AF4FBD456}" type="pres">
      <dgm:prSet presAssocID="{0FC34745-C13D-44E9-9594-9BA97D381D2F}" presName="spaceBetweenRectangles1" presStyleCnt="0"/>
      <dgm:spPr/>
    </dgm:pt>
    <dgm:pt modelId="{09789B04-920B-4CD4-B847-F8A92745E93A}" type="pres">
      <dgm:prSet presAssocID="{2A08DEC1-9DD6-4AC1-86F5-076D2E0A28FD}" presName="composite1" presStyleCnt="0"/>
      <dgm:spPr/>
    </dgm:pt>
    <dgm:pt modelId="{3C1DCCE9-A903-4373-BCE7-8C58E905D79C}" type="pres">
      <dgm:prSet presAssocID="{2A08DEC1-9DD6-4AC1-86F5-076D2E0A28FD}" presName="parent1" presStyleLbl="alignNode1" presStyleIdx="4" presStyleCnt="8">
        <dgm:presLayoutVars>
          <dgm:chMax val="1"/>
          <dgm:chPref val="1"/>
          <dgm:bulletEnabled val="1"/>
        </dgm:presLayoutVars>
      </dgm:prSet>
      <dgm:spPr/>
    </dgm:pt>
    <dgm:pt modelId="{DC95AD73-AB18-496B-B1F5-91A0550F4B15}" type="pres">
      <dgm:prSet presAssocID="{2A08DEC1-9DD6-4AC1-86F5-076D2E0A28FD}" presName="Childtext1" presStyleLbl="revTx" presStyleIdx="4" presStyleCnt="8">
        <dgm:presLayoutVars>
          <dgm:bulletEnabled val="1"/>
        </dgm:presLayoutVars>
      </dgm:prSet>
      <dgm:spPr/>
    </dgm:pt>
    <dgm:pt modelId="{1A2791AA-2DD9-4E46-A0A5-7C1B8C3536C6}" type="pres">
      <dgm:prSet presAssocID="{2A08DEC1-9DD6-4AC1-86F5-076D2E0A28FD}" presName="ConnectLine1" presStyleLbl="sibTrans1D1" presStyleIdx="4" presStyleCnt="8"/>
      <dgm:spPr>
        <a:noFill/>
        <a:ln w="12700" cap="rnd" cmpd="sng" algn="ctr">
          <a:solidFill>
            <a:schemeClr val="accent1">
              <a:shade val="90000"/>
              <a:hueOff val="202823"/>
              <a:satOff val="-3910"/>
              <a:lumOff val="12784"/>
              <a:alphaOff val="0"/>
            </a:schemeClr>
          </a:solidFill>
          <a:prstDash val="dash"/>
        </a:ln>
        <a:effectLst/>
      </dgm:spPr>
    </dgm:pt>
    <dgm:pt modelId="{0EDAB714-CB5A-4C46-B2B0-909F571E94B1}" type="pres">
      <dgm:prSet presAssocID="{2A08DEC1-9DD6-4AC1-86F5-076D2E0A28FD}" presName="ConnectLineEnd1" presStyleLbl="lnNode1" presStyleIdx="4" presStyleCnt="8"/>
      <dgm:spPr/>
    </dgm:pt>
    <dgm:pt modelId="{5253F72E-AD63-4F6C-8006-2971EEE8DBCF}" type="pres">
      <dgm:prSet presAssocID="{2A08DEC1-9DD6-4AC1-86F5-076D2E0A28FD}" presName="EmptyPane1" presStyleCnt="0"/>
      <dgm:spPr/>
    </dgm:pt>
    <dgm:pt modelId="{1F587489-1688-4626-B225-8D1B3E3F9A2B}" type="pres">
      <dgm:prSet presAssocID="{B66CF732-1B83-47A2-BE48-17A668D4D959}" presName="spaceBetweenRectangles1" presStyleCnt="0"/>
      <dgm:spPr/>
    </dgm:pt>
    <dgm:pt modelId="{8D905061-B54E-4D93-B57D-5228F69F9F1C}" type="pres">
      <dgm:prSet presAssocID="{588CC57D-6027-4C9C-B3B6-A859A7E93EC5}" presName="composite1" presStyleCnt="0"/>
      <dgm:spPr/>
    </dgm:pt>
    <dgm:pt modelId="{159F2258-7E56-4C25-9B92-9FED6D017FA6}" type="pres">
      <dgm:prSet presAssocID="{588CC57D-6027-4C9C-B3B6-A859A7E93EC5}" presName="parent1" presStyleLbl="alignNode1" presStyleIdx="5" presStyleCnt="8">
        <dgm:presLayoutVars>
          <dgm:chMax val="1"/>
          <dgm:chPref val="1"/>
          <dgm:bulletEnabled val="1"/>
        </dgm:presLayoutVars>
      </dgm:prSet>
      <dgm:spPr/>
    </dgm:pt>
    <dgm:pt modelId="{77D93033-17FE-4AFA-9EF1-14A4DB8EAC75}" type="pres">
      <dgm:prSet presAssocID="{588CC57D-6027-4C9C-B3B6-A859A7E93EC5}" presName="Childtext1" presStyleLbl="revTx" presStyleIdx="5" presStyleCnt="8">
        <dgm:presLayoutVars>
          <dgm:bulletEnabled val="1"/>
        </dgm:presLayoutVars>
      </dgm:prSet>
      <dgm:spPr/>
    </dgm:pt>
    <dgm:pt modelId="{88565B6A-DC6A-4FE3-AA18-39E65FB94B1D}" type="pres">
      <dgm:prSet presAssocID="{588CC57D-6027-4C9C-B3B6-A859A7E93EC5}" presName="ConnectLine1" presStyleLbl="sibTrans1D1" presStyleIdx="5" presStyleCnt="8"/>
      <dgm:spPr>
        <a:noFill/>
        <a:ln w="12700" cap="rnd" cmpd="sng" algn="ctr">
          <a:solidFill>
            <a:schemeClr val="accent1">
              <a:shade val="90000"/>
              <a:hueOff val="243388"/>
              <a:satOff val="-4692"/>
              <a:lumOff val="15340"/>
              <a:alphaOff val="0"/>
            </a:schemeClr>
          </a:solidFill>
          <a:prstDash val="dash"/>
        </a:ln>
        <a:effectLst/>
      </dgm:spPr>
    </dgm:pt>
    <dgm:pt modelId="{89EB82D7-7323-410C-8B29-0331B14D7045}" type="pres">
      <dgm:prSet presAssocID="{588CC57D-6027-4C9C-B3B6-A859A7E93EC5}" presName="ConnectLineEnd1" presStyleLbl="lnNode1" presStyleIdx="5" presStyleCnt="8"/>
      <dgm:spPr/>
    </dgm:pt>
    <dgm:pt modelId="{AEF230A9-6E42-4F89-AE37-6C93F5649D4D}" type="pres">
      <dgm:prSet presAssocID="{588CC57D-6027-4C9C-B3B6-A859A7E93EC5}" presName="EmptyPane1" presStyleCnt="0"/>
      <dgm:spPr/>
    </dgm:pt>
    <dgm:pt modelId="{6DDA6601-3328-487E-A81C-7741E09B9709}" type="pres">
      <dgm:prSet presAssocID="{90DF161E-ABE0-4467-A170-6766C1F00DF2}" presName="spaceBetweenRectangles1" presStyleCnt="0"/>
      <dgm:spPr/>
    </dgm:pt>
    <dgm:pt modelId="{DB37B035-429B-4B21-8B32-854307E97F8D}" type="pres">
      <dgm:prSet presAssocID="{2CC9E96B-AA50-4B2B-B58B-CAE62A29846B}" presName="composite1" presStyleCnt="0"/>
      <dgm:spPr/>
    </dgm:pt>
    <dgm:pt modelId="{9F56B024-A4F0-40C3-B455-01828DEF5073}" type="pres">
      <dgm:prSet presAssocID="{2CC9E96B-AA50-4B2B-B58B-CAE62A29846B}" presName="parent1" presStyleLbl="alignNode1" presStyleIdx="6" presStyleCnt="8">
        <dgm:presLayoutVars>
          <dgm:chMax val="1"/>
          <dgm:chPref val="1"/>
          <dgm:bulletEnabled val="1"/>
        </dgm:presLayoutVars>
      </dgm:prSet>
      <dgm:spPr/>
    </dgm:pt>
    <dgm:pt modelId="{AA6233C5-C739-4E27-94C0-A768BD2F6504}" type="pres">
      <dgm:prSet presAssocID="{2CC9E96B-AA50-4B2B-B58B-CAE62A29846B}" presName="Childtext1" presStyleLbl="revTx" presStyleIdx="6" presStyleCnt="8">
        <dgm:presLayoutVars>
          <dgm:bulletEnabled val="1"/>
        </dgm:presLayoutVars>
      </dgm:prSet>
      <dgm:spPr/>
    </dgm:pt>
    <dgm:pt modelId="{9B617210-E52E-4440-B755-D7AA0A3FD1A3}" type="pres">
      <dgm:prSet presAssocID="{2CC9E96B-AA50-4B2B-B58B-CAE62A29846B}" presName="ConnectLine1" presStyleLbl="sibTrans1D1" presStyleIdx="6" presStyleCnt="8"/>
      <dgm:spPr>
        <a:noFill/>
        <a:ln w="12700" cap="rnd" cmpd="sng" algn="ctr">
          <a:solidFill>
            <a:schemeClr val="accent1">
              <a:shade val="90000"/>
              <a:hueOff val="446212"/>
              <a:satOff val="-8602"/>
              <a:lumOff val="28124"/>
              <a:alphaOff val="0"/>
            </a:schemeClr>
          </a:solidFill>
          <a:prstDash val="dash"/>
        </a:ln>
        <a:effectLst/>
      </dgm:spPr>
    </dgm:pt>
    <dgm:pt modelId="{B47CE5B3-F7B6-422D-A8E8-F6EEE0F25688}" type="pres">
      <dgm:prSet presAssocID="{2CC9E96B-AA50-4B2B-B58B-CAE62A29846B}" presName="ConnectLineEnd1" presStyleLbl="lnNode1" presStyleIdx="6" presStyleCnt="8"/>
      <dgm:spPr/>
    </dgm:pt>
    <dgm:pt modelId="{6AA2F413-1653-49BE-AD04-F2F81151A438}" type="pres">
      <dgm:prSet presAssocID="{2CC9E96B-AA50-4B2B-B58B-CAE62A29846B}" presName="EmptyPane1" presStyleCnt="0"/>
      <dgm:spPr/>
    </dgm:pt>
    <dgm:pt modelId="{AB384D81-E718-4480-9C86-58DB9C665B89}" type="pres">
      <dgm:prSet presAssocID="{9ED3A5D5-E0BB-4CDD-9F53-73C86DF387DA}" presName="spaceBetweenRectangles1" presStyleCnt="0"/>
      <dgm:spPr/>
    </dgm:pt>
    <dgm:pt modelId="{2E716773-9A97-4C61-AB39-B5C304619A5A}" type="pres">
      <dgm:prSet presAssocID="{920372CF-A7EB-4731-9875-0BDAB0122A28}" presName="composite1" presStyleCnt="0"/>
      <dgm:spPr/>
    </dgm:pt>
    <dgm:pt modelId="{E0A69AA6-81E5-4612-AD6F-FD6B3E5247D7}" type="pres">
      <dgm:prSet presAssocID="{920372CF-A7EB-4731-9875-0BDAB0122A28}" presName="parent1" presStyleLbl="alignNode1" presStyleIdx="7" presStyleCnt="8">
        <dgm:presLayoutVars>
          <dgm:chMax val="1"/>
          <dgm:chPref val="1"/>
          <dgm:bulletEnabled val="1"/>
        </dgm:presLayoutVars>
      </dgm:prSet>
      <dgm:spPr/>
    </dgm:pt>
    <dgm:pt modelId="{1967262C-6623-42BA-9333-3B617AB5E224}" type="pres">
      <dgm:prSet presAssocID="{920372CF-A7EB-4731-9875-0BDAB0122A28}" presName="Childtext1" presStyleLbl="revTx" presStyleIdx="7" presStyleCnt="8">
        <dgm:presLayoutVars>
          <dgm:bulletEnabled val="1"/>
        </dgm:presLayoutVars>
      </dgm:prSet>
      <dgm:spPr/>
    </dgm:pt>
    <dgm:pt modelId="{B4C88043-DEF5-4FCE-8901-D660D395AAF5}" type="pres">
      <dgm:prSet presAssocID="{920372CF-A7EB-4731-9875-0BDAB0122A28}" presName="ConnectLine1" presStyleLbl="sibTrans1D1" presStyleIdx="7" presStyleCnt="8"/>
      <dgm:spPr>
        <a:noFill/>
        <a:ln w="6350" cap="flat" cmpd="sng" algn="ctr">
          <a:solidFill>
            <a:schemeClr val="accent1">
              <a:shade val="90000"/>
              <a:hueOff val="349225"/>
              <a:satOff val="-5981"/>
              <a:lumOff val="23960"/>
              <a:alphaOff val="0"/>
            </a:schemeClr>
          </a:solidFill>
          <a:prstDash val="dash"/>
          <a:miter lim="800000"/>
        </a:ln>
        <a:effectLst/>
      </dgm:spPr>
    </dgm:pt>
    <dgm:pt modelId="{7CBDA154-0A56-4B83-9D0E-8E5D0F53FF8B}" type="pres">
      <dgm:prSet presAssocID="{920372CF-A7EB-4731-9875-0BDAB0122A28}" presName="ConnectLineEnd1" presStyleLbl="lnNode1" presStyleIdx="7" presStyleCnt="8"/>
      <dgm:spPr/>
    </dgm:pt>
    <dgm:pt modelId="{9ED42CA7-B9CE-4D27-8406-77992744B6B3}" type="pres">
      <dgm:prSet presAssocID="{920372CF-A7EB-4731-9875-0BDAB0122A28}" presName="EmptyPane1" presStyleCnt="0"/>
      <dgm:spPr/>
    </dgm:pt>
  </dgm:ptLst>
  <dgm:cxnLst>
    <dgm:cxn modelId="{B9B7E206-0A6E-4E81-BAA3-71FD8760EDF4}" type="presOf" srcId="{2A08DEC1-9DD6-4AC1-86F5-076D2E0A28FD}" destId="{3C1DCCE9-A903-4373-BCE7-8C58E905D79C}" srcOrd="0" destOrd="0" presId="urn:microsoft.com/office/officeart/2016/7/layout/RoundedRectangleTimeline"/>
    <dgm:cxn modelId="{8C5B110A-FBC3-4CBF-BED2-413E87D4DAD5}" srcId="{8DB5D7D5-6A1C-4ABC-8850-759A9D876047}" destId="{96262926-A67D-4E4E-9515-5EBC67F0B634}" srcOrd="0" destOrd="0" parTransId="{EC74E552-C501-4B0E-9400-E8B410F53D50}" sibTransId="{1DA7ACEB-F642-43C1-BCB5-F580B9B985B9}"/>
    <dgm:cxn modelId="{84C67813-55CE-4EBC-9032-03BD847DC17E}" type="presOf" srcId="{6A70FD8F-0050-42E3-8B3A-6ED7CFB9852E}" destId="{AB52B3CC-6563-466D-BFC3-9B6B5AFA0881}" srcOrd="0" destOrd="0" presId="urn:microsoft.com/office/officeart/2016/7/layout/RoundedRectangleTimeline"/>
    <dgm:cxn modelId="{717B9913-E307-4C8B-A421-E1FC94FDE60F}" type="presOf" srcId="{6C8937BE-93F8-4DED-8538-1C601DAEBA66}" destId="{8F0706C7-94C2-4AB0-9263-5EEAAD776ED3}" srcOrd="0" destOrd="0" presId="urn:microsoft.com/office/officeart/2016/7/layout/RoundedRectangleTimeline"/>
    <dgm:cxn modelId="{2EB43814-35CB-4D9A-B513-B09DA08018AD}" srcId="{6A70FD8F-0050-42E3-8B3A-6ED7CFB9852E}" destId="{B15742A6-8607-47A2-B297-2F919515E2AA}" srcOrd="1" destOrd="0" parTransId="{B73D5317-F98A-418D-A23E-8484E29FE252}" sibTransId="{401509F1-714E-41A0-91AD-64822606807F}"/>
    <dgm:cxn modelId="{E90F9B19-F4CD-41F7-A40A-4DF5339150FB}" srcId="{920372CF-A7EB-4731-9875-0BDAB0122A28}" destId="{2460C448-E324-4700-88A0-EEB4158D4027}" srcOrd="0" destOrd="0" parTransId="{5958EE73-E2F4-4AE6-B92D-BDEF0B26E1F9}" sibTransId="{2B4F523D-737D-4CFB-9BF2-9E68FE1BB19F}"/>
    <dgm:cxn modelId="{22ECA226-C4EA-44F1-BCB5-77F78841DA6F}" type="presOf" srcId="{09C152DA-7620-4852-8162-A77EC3609F3F}" destId="{566B79CB-1A41-4F5C-BF91-58D94BF93913}" srcOrd="0" destOrd="0" presId="urn:microsoft.com/office/officeart/2016/7/layout/RoundedRectangleTimeline"/>
    <dgm:cxn modelId="{0DCC0632-FCAF-4F22-B972-6D30C09B8F33}" srcId="{B15742A6-8607-47A2-B297-2F919515E2AA}" destId="{B349CE23-C3B4-4742-B883-BFFD7B52F131}" srcOrd="0" destOrd="0" parTransId="{A6D73C72-C3BD-4F7E-81AC-2216963D1624}" sibTransId="{09536BFF-6F35-4E46-B49D-74E8A589C7CC}"/>
    <dgm:cxn modelId="{2B3C4F36-2C5B-48FE-A8F9-0B0DF68EF096}" srcId="{6A70FD8F-0050-42E3-8B3A-6ED7CFB9852E}" destId="{5F0DEAB0-2210-452F-A892-E7CA3F06DDA6}" srcOrd="3" destOrd="0" parTransId="{D7EBEADF-760A-488D-99A1-25E5405ADF64}" sibTransId="{0FC34745-C13D-44E9-9594-9BA97D381D2F}"/>
    <dgm:cxn modelId="{CB0D4A5C-4573-4E5A-933E-2917FECE3A15}" srcId="{6A70FD8F-0050-42E3-8B3A-6ED7CFB9852E}" destId="{2A08DEC1-9DD6-4AC1-86F5-076D2E0A28FD}" srcOrd="4" destOrd="0" parTransId="{47538C76-E27F-4AC7-852D-AB486C730975}" sibTransId="{B66CF732-1B83-47A2-BE48-17A668D4D959}"/>
    <dgm:cxn modelId="{969CCF45-149B-4CC7-949F-7A541348EBB5}" type="presOf" srcId="{920372CF-A7EB-4731-9875-0BDAB0122A28}" destId="{E0A69AA6-81E5-4612-AD6F-FD6B3E5247D7}" srcOrd="0" destOrd="0" presId="urn:microsoft.com/office/officeart/2016/7/layout/RoundedRectangleTimeline"/>
    <dgm:cxn modelId="{A1368874-0B33-4302-983F-C25693796434}" type="presOf" srcId="{B349CE23-C3B4-4742-B883-BFFD7B52F131}" destId="{1D4D9B2C-E8CB-4C68-8521-A47DA8EE68E2}" srcOrd="0" destOrd="0" presId="urn:microsoft.com/office/officeart/2016/7/layout/RoundedRectangleTimeline"/>
    <dgm:cxn modelId="{7D0CCE54-8481-4A93-BA2F-9E1F0E5D5926}" type="presOf" srcId="{2460C448-E324-4700-88A0-EEB4158D4027}" destId="{1967262C-6623-42BA-9333-3B617AB5E224}" srcOrd="0" destOrd="0" presId="urn:microsoft.com/office/officeart/2016/7/layout/RoundedRectangleTimeline"/>
    <dgm:cxn modelId="{F9B2D375-40BE-4E5D-AA88-61805FBFF819}" type="presOf" srcId="{8DB5D7D5-6A1C-4ABC-8850-759A9D876047}" destId="{954381E7-0584-46DD-8108-E9BF4F2B5005}" srcOrd="0" destOrd="0" presId="urn:microsoft.com/office/officeart/2016/7/layout/RoundedRectangleTimeline"/>
    <dgm:cxn modelId="{778C227F-3161-4B31-8A54-E512C209D3C1}" srcId="{6A70FD8F-0050-42E3-8B3A-6ED7CFB9852E}" destId="{2CC9E96B-AA50-4B2B-B58B-CAE62A29846B}" srcOrd="6" destOrd="0" parTransId="{505B2FF7-1D73-424D-BC30-E14B608AA6AF}" sibTransId="{9ED3A5D5-E0BB-4CDD-9F53-73C86DF387DA}"/>
    <dgm:cxn modelId="{76160380-B57F-4739-A833-D553E12AFD1D}" srcId="{09C152DA-7620-4852-8162-A77EC3609F3F}" destId="{39C9C664-D968-4FB0-ACCE-484A97168770}" srcOrd="0" destOrd="0" parTransId="{01BAA341-250B-4AD9-AD24-06936648E2CC}" sibTransId="{89A01806-CB70-4528-8D98-CEA7C9E66FC3}"/>
    <dgm:cxn modelId="{8827E082-7DCD-4914-8FE6-8B0DF2483E24}" type="presOf" srcId="{39C9C664-D968-4FB0-ACCE-484A97168770}" destId="{B4723E2A-4FF1-452A-BD25-8EC364F15A6F}" srcOrd="0" destOrd="0" presId="urn:microsoft.com/office/officeart/2016/7/layout/RoundedRectangleTimeline"/>
    <dgm:cxn modelId="{F0BB1984-CCFD-4B5F-86C6-34BDB7F428C4}" type="presOf" srcId="{450C7C27-5818-436D-9CF7-1F42F9018FE1}" destId="{DC95AD73-AB18-496B-B1F5-91A0550F4B15}" srcOrd="0" destOrd="0" presId="urn:microsoft.com/office/officeart/2016/7/layout/RoundedRectangleTimeline"/>
    <dgm:cxn modelId="{E3EDF885-8263-4521-B026-F6206E50C71E}" type="presOf" srcId="{5F0DEAB0-2210-452F-A892-E7CA3F06DDA6}" destId="{E0C898A3-FFA5-456F-A420-6E30AF4B83F1}" srcOrd="0" destOrd="0" presId="urn:microsoft.com/office/officeart/2016/7/layout/RoundedRectangleTimeline"/>
    <dgm:cxn modelId="{77F7AD89-230C-4058-A0CD-7E81A05463BB}" srcId="{6A70FD8F-0050-42E3-8B3A-6ED7CFB9852E}" destId="{588CC57D-6027-4C9C-B3B6-A859A7E93EC5}" srcOrd="5" destOrd="0" parTransId="{0F538BAB-57E8-4FA3-88B6-C391B002E748}" sibTransId="{90DF161E-ABE0-4467-A170-6766C1F00DF2}"/>
    <dgm:cxn modelId="{23ECAC8B-17A4-4883-AA0E-06D66B7E788A}" srcId="{6A70FD8F-0050-42E3-8B3A-6ED7CFB9852E}" destId="{09C152DA-7620-4852-8162-A77EC3609F3F}" srcOrd="2" destOrd="0" parTransId="{9F6D14C0-6C82-4CBD-8D6D-B0E117B6F2ED}" sibTransId="{0AE8D36D-0F0F-4206-AE39-0A2D73987B68}"/>
    <dgm:cxn modelId="{69E75B8E-8B04-43D3-92C4-3437B1BA14EE}" srcId="{588CC57D-6027-4C9C-B3B6-A859A7E93EC5}" destId="{A9B02118-6EBC-4F78-B4C5-E43600462179}" srcOrd="0" destOrd="0" parTransId="{0F3A1C84-5AA0-4E27-90E5-32631302F7E1}" sibTransId="{54D993FC-7871-4869-AF68-C519531E032A}"/>
    <dgm:cxn modelId="{F9540599-A193-456C-A9A9-8962E3855B0B}" type="presOf" srcId="{96262926-A67D-4E4E-9515-5EBC67F0B634}" destId="{5A1B764B-0DC5-47CD-BDEA-9E67799496EC}" srcOrd="0" destOrd="0" presId="urn:microsoft.com/office/officeart/2016/7/layout/RoundedRectangleTimeline"/>
    <dgm:cxn modelId="{9D40AA9B-53B4-45DC-BB7D-0DB0823337D2}" srcId="{6A70FD8F-0050-42E3-8B3A-6ED7CFB9852E}" destId="{920372CF-A7EB-4731-9875-0BDAB0122A28}" srcOrd="7" destOrd="0" parTransId="{6A82458E-C923-4DCD-AEE2-B066367AF8D6}" sibTransId="{10A9D58C-90A2-4BFC-B571-189FF1F619FE}"/>
    <dgm:cxn modelId="{8C0465A0-582E-49CB-BBCC-7E35E40B8F3A}" type="presOf" srcId="{A9B02118-6EBC-4F78-B4C5-E43600462179}" destId="{77D93033-17FE-4AFA-9EF1-14A4DB8EAC75}" srcOrd="0" destOrd="0" presId="urn:microsoft.com/office/officeart/2016/7/layout/RoundedRectangleTimeline"/>
    <dgm:cxn modelId="{4D9845AC-23B7-44DC-A87E-EB61494D8FF9}" srcId="{2A08DEC1-9DD6-4AC1-86F5-076D2E0A28FD}" destId="{450C7C27-5818-436D-9CF7-1F42F9018FE1}" srcOrd="0" destOrd="0" parTransId="{2ACA117D-7872-4188-BD94-68C6F78B0FE4}" sibTransId="{A2E33093-DB69-49F9-9EC8-AD5EC5F2531B}"/>
    <dgm:cxn modelId="{B87074AC-A048-4DB0-9932-AB0834BA1F77}" type="presOf" srcId="{588CC57D-6027-4C9C-B3B6-A859A7E93EC5}" destId="{159F2258-7E56-4C25-9B92-9FED6D017FA6}" srcOrd="0" destOrd="0" presId="urn:microsoft.com/office/officeart/2016/7/layout/RoundedRectangleTimeline"/>
    <dgm:cxn modelId="{BF124DB5-75DF-49F5-8A84-23125C784514}" type="presOf" srcId="{B15742A6-8607-47A2-B297-2F919515E2AA}" destId="{FB59B452-E06E-492C-9D8F-A886E6B5509B}" srcOrd="0" destOrd="0" presId="urn:microsoft.com/office/officeart/2016/7/layout/RoundedRectangleTimeline"/>
    <dgm:cxn modelId="{569DADB6-6EBF-4BBB-8680-1E1D50ADA147}" type="presOf" srcId="{060FC5D3-E12C-4E18-8146-8E9A9DAB6734}" destId="{AA6233C5-C739-4E27-94C0-A768BD2F6504}" srcOrd="0" destOrd="0" presId="urn:microsoft.com/office/officeart/2016/7/layout/RoundedRectangleTimeline"/>
    <dgm:cxn modelId="{BF24DCD9-027C-4BE6-BDA4-3171B46A915E}" type="presOf" srcId="{2CC9E96B-AA50-4B2B-B58B-CAE62A29846B}" destId="{9F56B024-A4F0-40C3-B455-01828DEF5073}" srcOrd="0" destOrd="0" presId="urn:microsoft.com/office/officeart/2016/7/layout/RoundedRectangleTimeline"/>
    <dgm:cxn modelId="{831BC6DB-519B-4BE2-B140-EF3673455318}" srcId="{2CC9E96B-AA50-4B2B-B58B-CAE62A29846B}" destId="{060FC5D3-E12C-4E18-8146-8E9A9DAB6734}" srcOrd="0" destOrd="0" parTransId="{F02B8B49-319B-4421-8A0A-8B1BEDE538EC}" sibTransId="{75DAA0CF-5115-43E5-97A2-A2D6BAB8F1A0}"/>
    <dgm:cxn modelId="{FAA8D3DD-12E8-457D-9144-B037C5678347}" srcId="{5F0DEAB0-2210-452F-A892-E7CA3F06DDA6}" destId="{6C8937BE-93F8-4DED-8538-1C601DAEBA66}" srcOrd="0" destOrd="0" parTransId="{77D169C6-D77F-456D-B18B-D7BE016AD87A}" sibTransId="{A97BE953-FA9D-4BA6-A92C-494DB1F3BA59}"/>
    <dgm:cxn modelId="{C5202EE1-10E9-4076-9D55-9E0CF8B152AF}" srcId="{6A70FD8F-0050-42E3-8B3A-6ED7CFB9852E}" destId="{8DB5D7D5-6A1C-4ABC-8850-759A9D876047}" srcOrd="0" destOrd="0" parTransId="{D8874F40-D7B0-41DE-BB6F-A6014FEAB2D7}" sibTransId="{BD6E0A2E-99C8-4F5A-971A-CD211D1099FF}"/>
    <dgm:cxn modelId="{76459B4A-BC95-4631-A3CC-1410E80D5DFD}" type="presParOf" srcId="{AB52B3CC-6563-466D-BFC3-9B6B5AFA0881}" destId="{815EDF7B-AC93-4A61-87AA-CAA5D85C31A8}" srcOrd="0" destOrd="0" presId="urn:microsoft.com/office/officeart/2016/7/layout/RoundedRectangleTimeline"/>
    <dgm:cxn modelId="{4238FA88-CE43-4680-BFB0-73DED5612698}" type="presParOf" srcId="{815EDF7B-AC93-4A61-87AA-CAA5D85C31A8}" destId="{954381E7-0584-46DD-8108-E9BF4F2B5005}" srcOrd="0" destOrd="0" presId="urn:microsoft.com/office/officeart/2016/7/layout/RoundedRectangleTimeline"/>
    <dgm:cxn modelId="{6497CE05-0893-4952-B18A-28D71D90B841}" type="presParOf" srcId="{815EDF7B-AC93-4A61-87AA-CAA5D85C31A8}" destId="{5A1B764B-0DC5-47CD-BDEA-9E67799496EC}" srcOrd="1" destOrd="0" presId="urn:microsoft.com/office/officeart/2016/7/layout/RoundedRectangleTimeline"/>
    <dgm:cxn modelId="{CB8BA570-C0D4-4400-BED8-C9BC961A6553}" type="presParOf" srcId="{815EDF7B-AC93-4A61-87AA-CAA5D85C31A8}" destId="{122B38A3-0442-4747-820C-1F37877E2B0E}" srcOrd="2" destOrd="0" presId="urn:microsoft.com/office/officeart/2016/7/layout/RoundedRectangleTimeline"/>
    <dgm:cxn modelId="{82FC1E36-99F3-4E1F-8BD1-229D77A82EB1}" type="presParOf" srcId="{815EDF7B-AC93-4A61-87AA-CAA5D85C31A8}" destId="{A73181F6-69BB-4A47-8277-4671A45AC8C8}" srcOrd="3" destOrd="0" presId="urn:microsoft.com/office/officeart/2016/7/layout/RoundedRectangleTimeline"/>
    <dgm:cxn modelId="{7EAD7967-836C-4AB6-AAA2-ED2EF3F29E78}" type="presParOf" srcId="{815EDF7B-AC93-4A61-87AA-CAA5D85C31A8}" destId="{6E76EADA-5F61-4A59-B2F8-FA10112079FC}" srcOrd="4" destOrd="0" presId="urn:microsoft.com/office/officeart/2016/7/layout/RoundedRectangleTimeline"/>
    <dgm:cxn modelId="{3783DE09-7B3D-423E-960C-ED9DB81E314E}" type="presParOf" srcId="{AB52B3CC-6563-466D-BFC3-9B6B5AFA0881}" destId="{A8189248-0785-43F1-844C-4DE92841F254}" srcOrd="1" destOrd="0" presId="urn:microsoft.com/office/officeart/2016/7/layout/RoundedRectangleTimeline"/>
    <dgm:cxn modelId="{36AECF71-68E7-4A93-8206-60024A8AC2A0}" type="presParOf" srcId="{AB52B3CC-6563-466D-BFC3-9B6B5AFA0881}" destId="{A66C64AC-692C-4004-B8E4-92795F69B0B5}" srcOrd="2" destOrd="0" presId="urn:microsoft.com/office/officeart/2016/7/layout/RoundedRectangleTimeline"/>
    <dgm:cxn modelId="{3B119C3B-CFD4-4686-B699-0A32CF8E80A6}" type="presParOf" srcId="{A66C64AC-692C-4004-B8E4-92795F69B0B5}" destId="{FB59B452-E06E-492C-9D8F-A886E6B5509B}" srcOrd="0" destOrd="0" presId="urn:microsoft.com/office/officeart/2016/7/layout/RoundedRectangleTimeline"/>
    <dgm:cxn modelId="{A9309E1A-5DB8-4A69-AF27-2A0460F6F3C2}" type="presParOf" srcId="{A66C64AC-692C-4004-B8E4-92795F69B0B5}" destId="{1D4D9B2C-E8CB-4C68-8521-A47DA8EE68E2}" srcOrd="1" destOrd="0" presId="urn:microsoft.com/office/officeart/2016/7/layout/RoundedRectangleTimeline"/>
    <dgm:cxn modelId="{E33E8188-DB9D-4CBF-B36B-B4D17D1BFD44}" type="presParOf" srcId="{A66C64AC-692C-4004-B8E4-92795F69B0B5}" destId="{BF08E6BE-C200-490E-8EB5-E85D0624C8CA}" srcOrd="2" destOrd="0" presId="urn:microsoft.com/office/officeart/2016/7/layout/RoundedRectangleTimeline"/>
    <dgm:cxn modelId="{12D46435-93D1-4D4C-9A9D-467E5F585F7E}" type="presParOf" srcId="{A66C64AC-692C-4004-B8E4-92795F69B0B5}" destId="{44F13D31-C658-4E1A-B733-259FC8891A4A}" srcOrd="3" destOrd="0" presId="urn:microsoft.com/office/officeart/2016/7/layout/RoundedRectangleTimeline"/>
    <dgm:cxn modelId="{4B4B8909-1427-4986-B523-E27FBA1EA413}" type="presParOf" srcId="{A66C64AC-692C-4004-B8E4-92795F69B0B5}" destId="{BBBAAF4B-7206-404C-AF30-CCD0452FAEBE}" srcOrd="4" destOrd="0" presId="urn:microsoft.com/office/officeart/2016/7/layout/RoundedRectangleTimeline"/>
    <dgm:cxn modelId="{F5572FD4-E31C-4267-AE2B-7BB670F70B6B}" type="presParOf" srcId="{AB52B3CC-6563-466D-BFC3-9B6B5AFA0881}" destId="{8BC793E4-CD97-45FD-8675-0AB865DC5F53}" srcOrd="3" destOrd="0" presId="urn:microsoft.com/office/officeart/2016/7/layout/RoundedRectangleTimeline"/>
    <dgm:cxn modelId="{1F4A4777-E935-453F-A5B9-015C6946FC6A}" type="presParOf" srcId="{AB52B3CC-6563-466D-BFC3-9B6B5AFA0881}" destId="{3E3E944D-A6EC-4962-9AC1-C585A4F97BDA}" srcOrd="4" destOrd="0" presId="urn:microsoft.com/office/officeart/2016/7/layout/RoundedRectangleTimeline"/>
    <dgm:cxn modelId="{94AC8B5D-A9B9-4EF3-AD1C-6024606B5BF8}" type="presParOf" srcId="{3E3E944D-A6EC-4962-9AC1-C585A4F97BDA}" destId="{566B79CB-1A41-4F5C-BF91-58D94BF93913}" srcOrd="0" destOrd="0" presId="urn:microsoft.com/office/officeart/2016/7/layout/RoundedRectangleTimeline"/>
    <dgm:cxn modelId="{A151554E-10B3-429A-9E0D-D40262ED6857}" type="presParOf" srcId="{3E3E944D-A6EC-4962-9AC1-C585A4F97BDA}" destId="{B4723E2A-4FF1-452A-BD25-8EC364F15A6F}" srcOrd="1" destOrd="0" presId="urn:microsoft.com/office/officeart/2016/7/layout/RoundedRectangleTimeline"/>
    <dgm:cxn modelId="{329635D9-081F-4DC9-88AA-E074B7400415}" type="presParOf" srcId="{3E3E944D-A6EC-4962-9AC1-C585A4F97BDA}" destId="{440E9361-37D2-4157-AF38-7B49AD23708B}" srcOrd="2" destOrd="0" presId="urn:microsoft.com/office/officeart/2016/7/layout/RoundedRectangleTimeline"/>
    <dgm:cxn modelId="{0F0D3AEA-9F0C-400E-A955-6CD1F474B6A4}" type="presParOf" srcId="{3E3E944D-A6EC-4962-9AC1-C585A4F97BDA}" destId="{C45E7B63-1C71-483E-A3A8-705CE86D4D8E}" srcOrd="3" destOrd="0" presId="urn:microsoft.com/office/officeart/2016/7/layout/RoundedRectangleTimeline"/>
    <dgm:cxn modelId="{91F0BE33-39D4-4457-A5CC-3F1682DB166D}" type="presParOf" srcId="{3E3E944D-A6EC-4962-9AC1-C585A4F97BDA}" destId="{4174F691-D9D3-451C-9893-D177DC3AED58}" srcOrd="4" destOrd="0" presId="urn:microsoft.com/office/officeart/2016/7/layout/RoundedRectangleTimeline"/>
    <dgm:cxn modelId="{74B7F973-1014-49FA-A2F3-244B5ECB3F5F}" type="presParOf" srcId="{AB52B3CC-6563-466D-BFC3-9B6B5AFA0881}" destId="{BA182AD5-B3CD-4715-83B3-985648105DAB}" srcOrd="5" destOrd="0" presId="urn:microsoft.com/office/officeart/2016/7/layout/RoundedRectangleTimeline"/>
    <dgm:cxn modelId="{FEF0E88F-6B5B-428D-8E76-89BDE420FCCD}" type="presParOf" srcId="{AB52B3CC-6563-466D-BFC3-9B6B5AFA0881}" destId="{B42E32F9-B08A-458B-8ECD-E5D5295C5D94}" srcOrd="6" destOrd="0" presId="urn:microsoft.com/office/officeart/2016/7/layout/RoundedRectangleTimeline"/>
    <dgm:cxn modelId="{F9F8DCB6-524B-4E45-98DD-9D7853190762}" type="presParOf" srcId="{B42E32F9-B08A-458B-8ECD-E5D5295C5D94}" destId="{E0C898A3-FFA5-456F-A420-6E30AF4B83F1}" srcOrd="0" destOrd="0" presId="urn:microsoft.com/office/officeart/2016/7/layout/RoundedRectangleTimeline"/>
    <dgm:cxn modelId="{E4E3A5EB-E3C2-4FAE-860E-0081AFAA1C3E}" type="presParOf" srcId="{B42E32F9-B08A-458B-8ECD-E5D5295C5D94}" destId="{8F0706C7-94C2-4AB0-9263-5EEAAD776ED3}" srcOrd="1" destOrd="0" presId="urn:microsoft.com/office/officeart/2016/7/layout/RoundedRectangleTimeline"/>
    <dgm:cxn modelId="{FA8183CC-D271-4BEA-93A9-8B6BA6621544}" type="presParOf" srcId="{B42E32F9-B08A-458B-8ECD-E5D5295C5D94}" destId="{5090CD61-57F4-4A94-BC74-3C8C78EEF20D}" srcOrd="2" destOrd="0" presId="urn:microsoft.com/office/officeart/2016/7/layout/RoundedRectangleTimeline"/>
    <dgm:cxn modelId="{23D99279-BF3D-48BC-8BAB-E8CB1D7794C4}" type="presParOf" srcId="{B42E32F9-B08A-458B-8ECD-E5D5295C5D94}" destId="{98A10344-25B2-4BDC-98A3-23EC5A3E13BD}" srcOrd="3" destOrd="0" presId="urn:microsoft.com/office/officeart/2016/7/layout/RoundedRectangleTimeline"/>
    <dgm:cxn modelId="{26E7DF2E-94C3-4CDC-9F55-E59ECD2F5334}" type="presParOf" srcId="{B42E32F9-B08A-458B-8ECD-E5D5295C5D94}" destId="{2459E4E0-712E-4C06-9540-FB357454B0B1}" srcOrd="4" destOrd="0" presId="urn:microsoft.com/office/officeart/2016/7/layout/RoundedRectangleTimeline"/>
    <dgm:cxn modelId="{FF0D61AF-70A4-49C2-B931-70282B96539A}" type="presParOf" srcId="{AB52B3CC-6563-466D-BFC3-9B6B5AFA0881}" destId="{BFC0B042-3236-4795-9DB7-E30AF4FBD456}" srcOrd="7" destOrd="0" presId="urn:microsoft.com/office/officeart/2016/7/layout/RoundedRectangleTimeline"/>
    <dgm:cxn modelId="{9142D544-EC92-4C6C-B376-62391E56968A}" type="presParOf" srcId="{AB52B3CC-6563-466D-BFC3-9B6B5AFA0881}" destId="{09789B04-920B-4CD4-B847-F8A92745E93A}" srcOrd="8" destOrd="0" presId="urn:microsoft.com/office/officeart/2016/7/layout/RoundedRectangleTimeline"/>
    <dgm:cxn modelId="{FBDFC646-5366-4643-A976-EED1B064E9EB}" type="presParOf" srcId="{09789B04-920B-4CD4-B847-F8A92745E93A}" destId="{3C1DCCE9-A903-4373-BCE7-8C58E905D79C}" srcOrd="0" destOrd="0" presId="urn:microsoft.com/office/officeart/2016/7/layout/RoundedRectangleTimeline"/>
    <dgm:cxn modelId="{14A6B217-5646-409F-BEBE-3A52D5524E2D}" type="presParOf" srcId="{09789B04-920B-4CD4-B847-F8A92745E93A}" destId="{DC95AD73-AB18-496B-B1F5-91A0550F4B15}" srcOrd="1" destOrd="0" presId="urn:microsoft.com/office/officeart/2016/7/layout/RoundedRectangleTimeline"/>
    <dgm:cxn modelId="{A0DA2388-4359-4710-AD65-529A2E3B8D45}" type="presParOf" srcId="{09789B04-920B-4CD4-B847-F8A92745E93A}" destId="{1A2791AA-2DD9-4E46-A0A5-7C1B8C3536C6}" srcOrd="2" destOrd="0" presId="urn:microsoft.com/office/officeart/2016/7/layout/RoundedRectangleTimeline"/>
    <dgm:cxn modelId="{A625A35A-6F32-437B-BA75-A43508080070}" type="presParOf" srcId="{09789B04-920B-4CD4-B847-F8A92745E93A}" destId="{0EDAB714-CB5A-4C46-B2B0-909F571E94B1}" srcOrd="3" destOrd="0" presId="urn:microsoft.com/office/officeart/2016/7/layout/RoundedRectangleTimeline"/>
    <dgm:cxn modelId="{A374BEEA-6208-4E03-B434-5164F39FC2C2}" type="presParOf" srcId="{09789B04-920B-4CD4-B847-F8A92745E93A}" destId="{5253F72E-AD63-4F6C-8006-2971EEE8DBCF}" srcOrd="4" destOrd="0" presId="urn:microsoft.com/office/officeart/2016/7/layout/RoundedRectangleTimeline"/>
    <dgm:cxn modelId="{34C7442A-9CB3-40CD-BD0F-32CE58B51B23}" type="presParOf" srcId="{AB52B3CC-6563-466D-BFC3-9B6B5AFA0881}" destId="{1F587489-1688-4626-B225-8D1B3E3F9A2B}" srcOrd="9" destOrd="0" presId="urn:microsoft.com/office/officeart/2016/7/layout/RoundedRectangleTimeline"/>
    <dgm:cxn modelId="{BB5BF1E7-C1C3-4706-8160-74607411E51B}" type="presParOf" srcId="{AB52B3CC-6563-466D-BFC3-9B6B5AFA0881}" destId="{8D905061-B54E-4D93-B57D-5228F69F9F1C}" srcOrd="10" destOrd="0" presId="urn:microsoft.com/office/officeart/2016/7/layout/RoundedRectangleTimeline"/>
    <dgm:cxn modelId="{928D486C-E9DB-4651-B7A4-DE4C2E55D9E5}" type="presParOf" srcId="{8D905061-B54E-4D93-B57D-5228F69F9F1C}" destId="{159F2258-7E56-4C25-9B92-9FED6D017FA6}" srcOrd="0" destOrd="0" presId="urn:microsoft.com/office/officeart/2016/7/layout/RoundedRectangleTimeline"/>
    <dgm:cxn modelId="{21B47D19-DCA5-4F68-AF55-59F891F09D2D}" type="presParOf" srcId="{8D905061-B54E-4D93-B57D-5228F69F9F1C}" destId="{77D93033-17FE-4AFA-9EF1-14A4DB8EAC75}" srcOrd="1" destOrd="0" presId="urn:microsoft.com/office/officeart/2016/7/layout/RoundedRectangleTimeline"/>
    <dgm:cxn modelId="{58BFABD4-401B-415B-AC58-98B60F87593B}" type="presParOf" srcId="{8D905061-B54E-4D93-B57D-5228F69F9F1C}" destId="{88565B6A-DC6A-4FE3-AA18-39E65FB94B1D}" srcOrd="2" destOrd="0" presId="urn:microsoft.com/office/officeart/2016/7/layout/RoundedRectangleTimeline"/>
    <dgm:cxn modelId="{09486827-7A45-43A1-A921-A7FDD4DAF089}" type="presParOf" srcId="{8D905061-B54E-4D93-B57D-5228F69F9F1C}" destId="{89EB82D7-7323-410C-8B29-0331B14D7045}" srcOrd="3" destOrd="0" presId="urn:microsoft.com/office/officeart/2016/7/layout/RoundedRectangleTimeline"/>
    <dgm:cxn modelId="{C4563225-A564-49C6-9E40-5448FFA088C8}" type="presParOf" srcId="{8D905061-B54E-4D93-B57D-5228F69F9F1C}" destId="{AEF230A9-6E42-4F89-AE37-6C93F5649D4D}" srcOrd="4" destOrd="0" presId="urn:microsoft.com/office/officeart/2016/7/layout/RoundedRectangleTimeline"/>
    <dgm:cxn modelId="{F1B8481C-26C6-4309-B348-D9ABD3D50200}" type="presParOf" srcId="{AB52B3CC-6563-466D-BFC3-9B6B5AFA0881}" destId="{6DDA6601-3328-487E-A81C-7741E09B9709}" srcOrd="11" destOrd="0" presId="urn:microsoft.com/office/officeart/2016/7/layout/RoundedRectangleTimeline"/>
    <dgm:cxn modelId="{E46F8FB7-239E-4207-9CDA-A8255BA3C1D0}" type="presParOf" srcId="{AB52B3CC-6563-466D-BFC3-9B6B5AFA0881}" destId="{DB37B035-429B-4B21-8B32-854307E97F8D}" srcOrd="12" destOrd="0" presId="urn:microsoft.com/office/officeart/2016/7/layout/RoundedRectangleTimeline"/>
    <dgm:cxn modelId="{F3E0EF0A-545B-4A93-87A3-5E17A860EEEF}" type="presParOf" srcId="{DB37B035-429B-4B21-8B32-854307E97F8D}" destId="{9F56B024-A4F0-40C3-B455-01828DEF5073}" srcOrd="0" destOrd="0" presId="urn:microsoft.com/office/officeart/2016/7/layout/RoundedRectangleTimeline"/>
    <dgm:cxn modelId="{8CCFFBD9-B753-498D-A856-7A0C562C37D1}" type="presParOf" srcId="{DB37B035-429B-4B21-8B32-854307E97F8D}" destId="{AA6233C5-C739-4E27-94C0-A768BD2F6504}" srcOrd="1" destOrd="0" presId="urn:microsoft.com/office/officeart/2016/7/layout/RoundedRectangleTimeline"/>
    <dgm:cxn modelId="{E8CB663D-8485-48BF-AF89-24E23B15484E}" type="presParOf" srcId="{DB37B035-429B-4B21-8B32-854307E97F8D}" destId="{9B617210-E52E-4440-B755-D7AA0A3FD1A3}" srcOrd="2" destOrd="0" presId="urn:microsoft.com/office/officeart/2016/7/layout/RoundedRectangleTimeline"/>
    <dgm:cxn modelId="{0D11AB94-2024-4A93-8B0E-756CBF63A23B}" type="presParOf" srcId="{DB37B035-429B-4B21-8B32-854307E97F8D}" destId="{B47CE5B3-F7B6-422D-A8E8-F6EEE0F25688}" srcOrd="3" destOrd="0" presId="urn:microsoft.com/office/officeart/2016/7/layout/RoundedRectangleTimeline"/>
    <dgm:cxn modelId="{D2C9B4B0-04AF-454F-A7C3-508A8893F5E3}" type="presParOf" srcId="{DB37B035-429B-4B21-8B32-854307E97F8D}" destId="{6AA2F413-1653-49BE-AD04-F2F81151A438}" srcOrd="4" destOrd="0" presId="urn:microsoft.com/office/officeart/2016/7/layout/RoundedRectangleTimeline"/>
    <dgm:cxn modelId="{77B403C3-595D-47D7-A5DA-E834C522D9AC}" type="presParOf" srcId="{AB52B3CC-6563-466D-BFC3-9B6B5AFA0881}" destId="{AB384D81-E718-4480-9C86-58DB9C665B89}" srcOrd="13" destOrd="0" presId="urn:microsoft.com/office/officeart/2016/7/layout/RoundedRectangleTimeline"/>
    <dgm:cxn modelId="{F53139AC-C637-4D03-810D-51BC3D4F69A7}" type="presParOf" srcId="{AB52B3CC-6563-466D-BFC3-9B6B5AFA0881}" destId="{2E716773-9A97-4C61-AB39-B5C304619A5A}" srcOrd="14" destOrd="0" presId="urn:microsoft.com/office/officeart/2016/7/layout/RoundedRectangleTimeline"/>
    <dgm:cxn modelId="{E170E150-32D6-42E2-A5B1-D94516620288}" type="presParOf" srcId="{2E716773-9A97-4C61-AB39-B5C304619A5A}" destId="{E0A69AA6-81E5-4612-AD6F-FD6B3E5247D7}" srcOrd="0" destOrd="0" presId="urn:microsoft.com/office/officeart/2016/7/layout/RoundedRectangleTimeline"/>
    <dgm:cxn modelId="{71DDDC8D-0E1F-45C8-A293-AEB5416618A0}" type="presParOf" srcId="{2E716773-9A97-4C61-AB39-B5C304619A5A}" destId="{1967262C-6623-42BA-9333-3B617AB5E224}" srcOrd="1" destOrd="0" presId="urn:microsoft.com/office/officeart/2016/7/layout/RoundedRectangleTimeline"/>
    <dgm:cxn modelId="{CBCFF98F-8B6E-47D5-BB99-6D6857A1F910}" type="presParOf" srcId="{2E716773-9A97-4C61-AB39-B5C304619A5A}" destId="{B4C88043-DEF5-4FCE-8901-D660D395AAF5}" srcOrd="2" destOrd="0" presId="urn:microsoft.com/office/officeart/2016/7/layout/RoundedRectangleTimeline"/>
    <dgm:cxn modelId="{78BA7349-D9F3-49D3-AAEF-D679EB95E5AD}" type="presParOf" srcId="{2E716773-9A97-4C61-AB39-B5C304619A5A}" destId="{7CBDA154-0A56-4B83-9D0E-8E5D0F53FF8B}" srcOrd="3" destOrd="0" presId="urn:microsoft.com/office/officeart/2016/7/layout/RoundedRectangleTimeline"/>
    <dgm:cxn modelId="{CF63AEB8-276F-4021-9C9C-5D1E4E02223F}" type="presParOf" srcId="{2E716773-9A97-4C61-AB39-B5C304619A5A}" destId="{9ED42CA7-B9CE-4D27-8406-77992744B6B3}" srcOrd="4" destOrd="0" presId="urn:microsoft.com/office/officeart/2016/7/layout/RoundedRectangle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4381E7-0584-46DD-8108-E9BF4F2B5005}">
      <dsp:nvSpPr>
        <dsp:cNvPr id="0" name=""/>
        <dsp:cNvSpPr/>
      </dsp:nvSpPr>
      <dsp:spPr>
        <a:xfrm rot="16200000">
          <a:off x="995381" y="1109773"/>
          <a:ext cx="362507" cy="1405532"/>
        </a:xfrm>
        <a:prstGeom prst="round2SameRect">
          <a:avLst/>
        </a:prstGeom>
        <a:solidFill>
          <a:schemeClr val="accent1">
            <a:shade val="80000"/>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1">
          <a:noAutofit/>
        </a:bodyPr>
        <a:lstStyle/>
        <a:p>
          <a:pPr marL="0" lvl="0" indent="0" algn="ctr" defTabSz="622300">
            <a:lnSpc>
              <a:spcPct val="90000"/>
            </a:lnSpc>
            <a:spcBef>
              <a:spcPct val="0"/>
            </a:spcBef>
            <a:spcAft>
              <a:spcPct val="35000"/>
            </a:spcAft>
            <a:buNone/>
          </a:pPr>
          <a:r>
            <a:rPr lang="en-US" sz="1400" b="1" kern="1200" noProof="0"/>
            <a:t>2006-2010</a:t>
          </a:r>
        </a:p>
      </dsp:txBody>
      <dsp:txXfrm rot="5400000">
        <a:off x="491565" y="1648981"/>
        <a:ext cx="1387836" cy="327115"/>
      </dsp:txXfrm>
    </dsp:sp>
    <dsp:sp modelId="{5A1B764B-0DC5-47CD-BDEA-9E67799496EC}">
      <dsp:nvSpPr>
        <dsp:cNvPr id="0" name=""/>
        <dsp:cNvSpPr/>
      </dsp:nvSpPr>
      <dsp:spPr>
        <a:xfrm>
          <a:off x="5357" y="0"/>
          <a:ext cx="2342554" cy="12687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06680" numCol="1" spcCol="1270" anchor="b" anchorCtr="1">
          <a:noAutofit/>
        </a:bodyPr>
        <a:lstStyle/>
        <a:p>
          <a:pPr marL="0" lvl="0" indent="0" algn="ctr" defTabSz="622300">
            <a:lnSpc>
              <a:spcPct val="90000"/>
            </a:lnSpc>
            <a:spcBef>
              <a:spcPct val="0"/>
            </a:spcBef>
            <a:spcAft>
              <a:spcPct val="35000"/>
            </a:spcAft>
            <a:buNone/>
          </a:pPr>
          <a:r>
            <a:rPr lang="en-US" sz="1400" b="1" kern="1200" noProof="0">
              <a:solidFill>
                <a:prstClr val="black">
                  <a:hueOff val="0"/>
                  <a:satOff val="0"/>
                  <a:lumOff val="0"/>
                  <a:alphaOff val="0"/>
                </a:prstClr>
              </a:solidFill>
              <a:latin typeface="Calibri" panose="020F0502020204030204"/>
              <a:ea typeface="+mn-ea"/>
              <a:cs typeface="+mn-cs"/>
            </a:rPr>
            <a:t>BSc Agronomy (UFPR)</a:t>
          </a:r>
        </a:p>
      </dsp:txBody>
      <dsp:txXfrm>
        <a:off x="5357" y="0"/>
        <a:ext cx="2342554" cy="1268777"/>
      </dsp:txXfrm>
    </dsp:sp>
    <dsp:sp modelId="{122B38A3-0442-4747-820C-1F37877E2B0E}">
      <dsp:nvSpPr>
        <dsp:cNvPr id="0" name=""/>
        <dsp:cNvSpPr/>
      </dsp:nvSpPr>
      <dsp:spPr>
        <a:xfrm>
          <a:off x="1176635" y="1341279"/>
          <a:ext cx="0" cy="290006"/>
        </a:xfrm>
        <a:prstGeom prst="line">
          <a:avLst/>
        </a:prstGeom>
        <a:noFill/>
        <a:ln w="12700" cap="rnd" cmpd="sng" algn="ctr">
          <a:solidFill>
            <a:schemeClr val="accent1">
              <a:shade val="90000"/>
              <a:hueOff val="93466"/>
              <a:satOff val="1924"/>
              <a:lumOff val="8231"/>
              <a:alphaOff val="0"/>
            </a:schemeClr>
          </a:solidFill>
          <a:prstDash val="dash"/>
          <a:miter lim="800000"/>
        </a:ln>
        <a:effectLst/>
      </dsp:spPr>
      <dsp:style>
        <a:lnRef idx="1">
          <a:scrgbClr r="0" g="0" b="0"/>
        </a:lnRef>
        <a:fillRef idx="0">
          <a:scrgbClr r="0" g="0" b="0"/>
        </a:fillRef>
        <a:effectRef idx="0">
          <a:scrgbClr r="0" g="0" b="0"/>
        </a:effectRef>
        <a:fontRef idx="minor"/>
      </dsp:style>
    </dsp:sp>
    <dsp:sp modelId="{A73181F6-69BB-4A47-8277-4671A45AC8C8}">
      <dsp:nvSpPr>
        <dsp:cNvPr id="0" name=""/>
        <dsp:cNvSpPr/>
      </dsp:nvSpPr>
      <dsp:spPr>
        <a:xfrm>
          <a:off x="1140384" y="1268777"/>
          <a:ext cx="72501" cy="72501"/>
        </a:xfrm>
        <a:prstGeom prst="ellipse">
          <a:avLst/>
        </a:prstGeom>
        <a:solidFill>
          <a:schemeClr val="accent1">
            <a:shade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B59B452-E06E-492C-9D8F-A886E6B5509B}">
      <dsp:nvSpPr>
        <dsp:cNvPr id="0" name=""/>
        <dsp:cNvSpPr/>
      </dsp:nvSpPr>
      <dsp:spPr>
        <a:xfrm>
          <a:off x="1879401" y="1631285"/>
          <a:ext cx="1405532" cy="362507"/>
        </a:xfrm>
        <a:prstGeom prst="rect">
          <a:avLst/>
        </a:prstGeom>
        <a:solidFill>
          <a:schemeClr val="accent1">
            <a:shade val="80000"/>
            <a:hueOff val="49898"/>
            <a:satOff val="-894"/>
            <a:lumOff val="3798"/>
            <a:alphaOff val="0"/>
          </a:schemeClr>
        </a:solidFill>
        <a:ln w="12700" cap="flat" cmpd="sng" algn="ctr">
          <a:solidFill>
            <a:schemeClr val="accent1">
              <a:shade val="80000"/>
              <a:hueOff val="49898"/>
              <a:satOff val="-894"/>
              <a:lumOff val="379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1">
          <a:noAutofit/>
        </a:bodyPr>
        <a:lstStyle/>
        <a:p>
          <a:pPr marL="0" lvl="0" indent="0" algn="ctr" defTabSz="622300">
            <a:lnSpc>
              <a:spcPct val="90000"/>
            </a:lnSpc>
            <a:spcBef>
              <a:spcPct val="0"/>
            </a:spcBef>
            <a:spcAft>
              <a:spcPct val="35000"/>
            </a:spcAft>
            <a:buNone/>
          </a:pPr>
          <a:r>
            <a:rPr lang="en-US" sz="1400" b="1" kern="1200" noProof="0"/>
            <a:t>2012</a:t>
          </a:r>
        </a:p>
      </dsp:txBody>
      <dsp:txXfrm>
        <a:off x="1879401" y="1631285"/>
        <a:ext cx="1405532" cy="362507"/>
      </dsp:txXfrm>
    </dsp:sp>
    <dsp:sp modelId="{1D4D9B2C-E8CB-4C68-8521-A47DA8EE68E2}">
      <dsp:nvSpPr>
        <dsp:cNvPr id="0" name=""/>
        <dsp:cNvSpPr/>
      </dsp:nvSpPr>
      <dsp:spPr>
        <a:xfrm>
          <a:off x="1410890" y="2356301"/>
          <a:ext cx="2342554" cy="12687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06680" rIns="0" bIns="0" numCol="1" spcCol="1270" anchor="t" anchorCtr="1">
          <a:noAutofit/>
        </a:bodyPr>
        <a:lstStyle/>
        <a:p>
          <a:pPr marL="0" lvl="0" indent="0" algn="ctr" defTabSz="622300">
            <a:lnSpc>
              <a:spcPct val="90000"/>
            </a:lnSpc>
            <a:spcBef>
              <a:spcPct val="0"/>
            </a:spcBef>
            <a:spcAft>
              <a:spcPct val="35000"/>
            </a:spcAft>
            <a:buNone/>
          </a:pPr>
          <a:r>
            <a:rPr lang="en-US" sz="1400" b="1" kern="1200" noProof="0"/>
            <a:t>Started as Agronomic Data Specialist at Corteva</a:t>
          </a:r>
        </a:p>
      </dsp:txBody>
      <dsp:txXfrm>
        <a:off x="1410890" y="2356301"/>
        <a:ext cx="2342554" cy="1268777"/>
      </dsp:txXfrm>
    </dsp:sp>
    <dsp:sp modelId="{BF08E6BE-C200-490E-8EB5-E85D0624C8CA}">
      <dsp:nvSpPr>
        <dsp:cNvPr id="0" name=""/>
        <dsp:cNvSpPr/>
      </dsp:nvSpPr>
      <dsp:spPr>
        <a:xfrm>
          <a:off x="2582167" y="1993793"/>
          <a:ext cx="0" cy="290006"/>
        </a:xfrm>
        <a:prstGeom prst="line">
          <a:avLst/>
        </a:prstGeom>
        <a:noFill/>
        <a:ln w="12700" cap="rnd" cmpd="sng" algn="ctr">
          <a:solidFill>
            <a:schemeClr val="accent1">
              <a:shade val="90000"/>
              <a:hueOff val="81129"/>
              <a:satOff val="-1564"/>
              <a:lumOff val="5113"/>
              <a:alphaOff val="0"/>
            </a:schemeClr>
          </a:solidFill>
          <a:prstDash val="dash"/>
          <a:miter lim="800000"/>
        </a:ln>
        <a:effectLst/>
      </dsp:spPr>
      <dsp:style>
        <a:lnRef idx="1">
          <a:scrgbClr r="0" g="0" b="0"/>
        </a:lnRef>
        <a:fillRef idx="0">
          <a:scrgbClr r="0" g="0" b="0"/>
        </a:fillRef>
        <a:effectRef idx="0">
          <a:scrgbClr r="0" g="0" b="0"/>
        </a:effectRef>
        <a:fontRef idx="minor"/>
      </dsp:style>
    </dsp:sp>
    <dsp:sp modelId="{44F13D31-C658-4E1A-B733-259FC8891A4A}">
      <dsp:nvSpPr>
        <dsp:cNvPr id="0" name=""/>
        <dsp:cNvSpPr/>
      </dsp:nvSpPr>
      <dsp:spPr>
        <a:xfrm>
          <a:off x="2545917" y="2283799"/>
          <a:ext cx="72501" cy="72501"/>
        </a:xfrm>
        <a:prstGeom prst="ellipse">
          <a:avLst/>
        </a:prstGeom>
        <a:solidFill>
          <a:schemeClr val="accent1">
            <a:shade val="80000"/>
            <a:hueOff val="49898"/>
            <a:satOff val="-894"/>
            <a:lumOff val="379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6B79CB-1A41-4F5C-BF91-58D94BF93913}">
      <dsp:nvSpPr>
        <dsp:cNvPr id="0" name=""/>
        <dsp:cNvSpPr/>
      </dsp:nvSpPr>
      <dsp:spPr>
        <a:xfrm>
          <a:off x="3284934" y="1631285"/>
          <a:ext cx="1405532" cy="362507"/>
        </a:xfrm>
        <a:prstGeom prst="rect">
          <a:avLst/>
        </a:prstGeom>
        <a:solidFill>
          <a:schemeClr val="accent1">
            <a:shade val="80000"/>
            <a:hueOff val="99795"/>
            <a:satOff val="-1787"/>
            <a:lumOff val="7596"/>
            <a:alphaOff val="0"/>
          </a:schemeClr>
        </a:solidFill>
        <a:ln w="12700" cap="flat" cmpd="sng" algn="ctr">
          <a:solidFill>
            <a:schemeClr val="accent1">
              <a:shade val="80000"/>
              <a:hueOff val="99795"/>
              <a:satOff val="-1787"/>
              <a:lumOff val="7596"/>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1">
          <a:noAutofit/>
        </a:bodyPr>
        <a:lstStyle/>
        <a:p>
          <a:pPr marL="0" lvl="0" indent="0" algn="ctr" defTabSz="622300">
            <a:lnSpc>
              <a:spcPct val="90000"/>
            </a:lnSpc>
            <a:spcBef>
              <a:spcPct val="0"/>
            </a:spcBef>
            <a:spcAft>
              <a:spcPct val="35000"/>
            </a:spcAft>
            <a:buNone/>
          </a:pPr>
          <a:r>
            <a:rPr lang="en-US" sz="1400" b="1" kern="1200" noProof="0"/>
            <a:t>2013</a:t>
          </a:r>
        </a:p>
      </dsp:txBody>
      <dsp:txXfrm>
        <a:off x="3284934" y="1631285"/>
        <a:ext cx="1405532" cy="362507"/>
      </dsp:txXfrm>
    </dsp:sp>
    <dsp:sp modelId="{B4723E2A-4FF1-452A-BD25-8EC364F15A6F}">
      <dsp:nvSpPr>
        <dsp:cNvPr id="0" name=""/>
        <dsp:cNvSpPr/>
      </dsp:nvSpPr>
      <dsp:spPr>
        <a:xfrm>
          <a:off x="2816423" y="0"/>
          <a:ext cx="2342554" cy="12687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06680" numCol="1" spcCol="1270" anchor="b" anchorCtr="1">
          <a:noAutofit/>
        </a:bodyPr>
        <a:lstStyle/>
        <a:p>
          <a:pPr marL="0" lvl="0" indent="0" algn="ctr" defTabSz="622300">
            <a:lnSpc>
              <a:spcPct val="90000"/>
            </a:lnSpc>
            <a:spcBef>
              <a:spcPct val="0"/>
            </a:spcBef>
            <a:spcAft>
              <a:spcPct val="35000"/>
            </a:spcAft>
            <a:buNone/>
          </a:pPr>
          <a:r>
            <a:rPr lang="en-US" sz="1400" b="1" kern="1200" noProof="0">
              <a:solidFill>
                <a:prstClr val="black">
                  <a:hueOff val="0"/>
                  <a:satOff val="0"/>
                  <a:lumOff val="0"/>
                  <a:alphaOff val="0"/>
                </a:prstClr>
              </a:solidFill>
              <a:latin typeface="Calibri" panose="020F0502020204030204"/>
              <a:ea typeface="+mn-ea"/>
              <a:cs typeface="+mn-cs"/>
            </a:rPr>
            <a:t>Started Master Degree (UFSM)</a:t>
          </a:r>
        </a:p>
      </dsp:txBody>
      <dsp:txXfrm>
        <a:off x="2816423" y="0"/>
        <a:ext cx="2342554" cy="1268777"/>
      </dsp:txXfrm>
    </dsp:sp>
    <dsp:sp modelId="{440E9361-37D2-4157-AF38-7B49AD23708B}">
      <dsp:nvSpPr>
        <dsp:cNvPr id="0" name=""/>
        <dsp:cNvSpPr/>
      </dsp:nvSpPr>
      <dsp:spPr>
        <a:xfrm>
          <a:off x="3987700" y="1341279"/>
          <a:ext cx="0" cy="290006"/>
        </a:xfrm>
        <a:prstGeom prst="line">
          <a:avLst/>
        </a:prstGeom>
        <a:noFill/>
        <a:ln w="12700" cap="rnd" cmpd="sng" algn="ctr">
          <a:solidFill>
            <a:schemeClr val="accent1">
              <a:shade val="90000"/>
              <a:hueOff val="186931"/>
              <a:satOff val="3848"/>
              <a:lumOff val="16461"/>
              <a:alphaOff val="0"/>
            </a:schemeClr>
          </a:solidFill>
          <a:prstDash val="dash"/>
          <a:miter lim="800000"/>
        </a:ln>
        <a:effectLst/>
      </dsp:spPr>
      <dsp:style>
        <a:lnRef idx="1">
          <a:scrgbClr r="0" g="0" b="0"/>
        </a:lnRef>
        <a:fillRef idx="0">
          <a:scrgbClr r="0" g="0" b="0"/>
        </a:fillRef>
        <a:effectRef idx="0">
          <a:scrgbClr r="0" g="0" b="0"/>
        </a:effectRef>
        <a:fontRef idx="minor"/>
      </dsp:style>
    </dsp:sp>
    <dsp:sp modelId="{C45E7B63-1C71-483E-A3A8-705CE86D4D8E}">
      <dsp:nvSpPr>
        <dsp:cNvPr id="0" name=""/>
        <dsp:cNvSpPr/>
      </dsp:nvSpPr>
      <dsp:spPr>
        <a:xfrm>
          <a:off x="3951449" y="1268777"/>
          <a:ext cx="72501" cy="72501"/>
        </a:xfrm>
        <a:prstGeom prst="ellipse">
          <a:avLst/>
        </a:prstGeom>
        <a:solidFill>
          <a:schemeClr val="accent1">
            <a:shade val="80000"/>
            <a:hueOff val="99795"/>
            <a:satOff val="-1787"/>
            <a:lumOff val="759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C898A3-FFA5-456F-A420-6E30AF4B83F1}">
      <dsp:nvSpPr>
        <dsp:cNvPr id="0" name=""/>
        <dsp:cNvSpPr/>
      </dsp:nvSpPr>
      <dsp:spPr>
        <a:xfrm>
          <a:off x="4690467" y="1631285"/>
          <a:ext cx="1405532" cy="362507"/>
        </a:xfrm>
        <a:prstGeom prst="rect">
          <a:avLst/>
        </a:prstGeom>
        <a:solidFill>
          <a:schemeClr val="accent1">
            <a:shade val="80000"/>
            <a:hueOff val="149693"/>
            <a:satOff val="-2681"/>
            <a:lumOff val="11394"/>
            <a:alphaOff val="0"/>
          </a:schemeClr>
        </a:solidFill>
        <a:ln w="12700" cap="flat" cmpd="sng" algn="ctr">
          <a:solidFill>
            <a:schemeClr val="accent1">
              <a:shade val="80000"/>
              <a:hueOff val="149693"/>
              <a:satOff val="-2681"/>
              <a:lumOff val="1139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1">
          <a:noAutofit/>
        </a:bodyPr>
        <a:lstStyle/>
        <a:p>
          <a:pPr marL="0" lvl="0" indent="0" algn="ctr" defTabSz="622300">
            <a:lnSpc>
              <a:spcPct val="90000"/>
            </a:lnSpc>
            <a:spcBef>
              <a:spcPct val="0"/>
            </a:spcBef>
            <a:spcAft>
              <a:spcPct val="35000"/>
            </a:spcAft>
            <a:buNone/>
          </a:pPr>
          <a:r>
            <a:rPr lang="en-US" sz="1400" b="1" kern="1200" noProof="0"/>
            <a:t>2015</a:t>
          </a:r>
        </a:p>
      </dsp:txBody>
      <dsp:txXfrm>
        <a:off x="4690467" y="1631285"/>
        <a:ext cx="1405532" cy="362507"/>
      </dsp:txXfrm>
    </dsp:sp>
    <dsp:sp modelId="{8F0706C7-94C2-4AB0-9263-5EEAAD776ED3}">
      <dsp:nvSpPr>
        <dsp:cNvPr id="0" name=""/>
        <dsp:cNvSpPr/>
      </dsp:nvSpPr>
      <dsp:spPr>
        <a:xfrm>
          <a:off x="4221956" y="2356301"/>
          <a:ext cx="2342554" cy="12687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06680" rIns="0" bIns="0" numCol="1" spcCol="1270" anchor="t"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1" kern="1200" noProof="0">
              <a:solidFill>
                <a:prstClr val="black"/>
              </a:solidFill>
              <a:latin typeface="Franklin Gothic Book" panose="020B0502020104020203"/>
              <a:ea typeface="+mn-ea"/>
              <a:cs typeface="+mn-cs"/>
            </a:rPr>
            <a:t>Finished Master</a:t>
          </a:r>
        </a:p>
        <a:p>
          <a:pPr marL="0" lvl="0" indent="0" algn="ctr" defTabSz="622300">
            <a:lnSpc>
              <a:spcPct val="90000"/>
            </a:lnSpc>
            <a:spcBef>
              <a:spcPct val="0"/>
            </a:spcBef>
            <a:spcAft>
              <a:spcPct val="35000"/>
            </a:spcAft>
            <a:buFont typeface="Arial" panose="020B0604020202020204" pitchFamily="34" charset="0"/>
            <a:buNone/>
          </a:pPr>
          <a:r>
            <a:rPr lang="en-US" sz="1400" b="1" kern="1200" noProof="0">
              <a:solidFill>
                <a:prstClr val="black"/>
              </a:solidFill>
              <a:latin typeface="Franklin Gothic Book" panose="020B0502020104020203"/>
              <a:ea typeface="+mn-ea"/>
              <a:cs typeface="+mn-cs"/>
            </a:rPr>
            <a:t>Started as Breeder Assistant at Corteva</a:t>
          </a:r>
        </a:p>
      </dsp:txBody>
      <dsp:txXfrm>
        <a:off x="4221956" y="2356301"/>
        <a:ext cx="2342554" cy="1268777"/>
      </dsp:txXfrm>
    </dsp:sp>
    <dsp:sp modelId="{5090CD61-57F4-4A94-BC74-3C8C78EEF20D}">
      <dsp:nvSpPr>
        <dsp:cNvPr id="0" name=""/>
        <dsp:cNvSpPr/>
      </dsp:nvSpPr>
      <dsp:spPr>
        <a:xfrm>
          <a:off x="5393233" y="1993793"/>
          <a:ext cx="0" cy="290006"/>
        </a:xfrm>
        <a:prstGeom prst="line">
          <a:avLst/>
        </a:prstGeom>
        <a:noFill/>
        <a:ln w="12700" cap="rnd" cmpd="sng" algn="ctr">
          <a:solidFill>
            <a:schemeClr val="accent1">
              <a:shade val="90000"/>
              <a:hueOff val="162259"/>
              <a:satOff val="-3128"/>
              <a:lumOff val="10227"/>
              <a:alphaOff val="0"/>
            </a:schemeClr>
          </a:solidFill>
          <a:prstDash val="dash"/>
          <a:miter lim="800000"/>
        </a:ln>
        <a:effectLst/>
      </dsp:spPr>
      <dsp:style>
        <a:lnRef idx="1">
          <a:scrgbClr r="0" g="0" b="0"/>
        </a:lnRef>
        <a:fillRef idx="0">
          <a:scrgbClr r="0" g="0" b="0"/>
        </a:fillRef>
        <a:effectRef idx="0">
          <a:scrgbClr r="0" g="0" b="0"/>
        </a:effectRef>
        <a:fontRef idx="minor"/>
      </dsp:style>
    </dsp:sp>
    <dsp:sp modelId="{98A10344-25B2-4BDC-98A3-23EC5A3E13BD}">
      <dsp:nvSpPr>
        <dsp:cNvPr id="0" name=""/>
        <dsp:cNvSpPr/>
      </dsp:nvSpPr>
      <dsp:spPr>
        <a:xfrm>
          <a:off x="5356982" y="2283799"/>
          <a:ext cx="72501" cy="72501"/>
        </a:xfrm>
        <a:prstGeom prst="ellipse">
          <a:avLst/>
        </a:prstGeom>
        <a:solidFill>
          <a:schemeClr val="accent1">
            <a:shade val="80000"/>
            <a:hueOff val="149693"/>
            <a:satOff val="-2681"/>
            <a:lumOff val="1139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C1DCCE9-A903-4373-BCE7-8C58E905D79C}">
      <dsp:nvSpPr>
        <dsp:cNvPr id="0" name=""/>
        <dsp:cNvSpPr/>
      </dsp:nvSpPr>
      <dsp:spPr>
        <a:xfrm>
          <a:off x="6096000" y="1631285"/>
          <a:ext cx="1405532" cy="362507"/>
        </a:xfrm>
        <a:prstGeom prst="rect">
          <a:avLst/>
        </a:prstGeom>
        <a:solidFill>
          <a:schemeClr val="accent1">
            <a:shade val="80000"/>
            <a:hueOff val="199590"/>
            <a:satOff val="-3575"/>
            <a:lumOff val="15191"/>
            <a:alphaOff val="0"/>
          </a:schemeClr>
        </a:solidFill>
        <a:ln w="12700" cap="flat" cmpd="sng" algn="ctr">
          <a:solidFill>
            <a:schemeClr val="accent1">
              <a:shade val="80000"/>
              <a:hueOff val="199590"/>
              <a:satOff val="-3575"/>
              <a:lumOff val="1519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1">
          <a:noAutofit/>
        </a:bodyPr>
        <a:lstStyle/>
        <a:p>
          <a:pPr marL="0" lvl="0" indent="0" algn="ctr" defTabSz="622300">
            <a:lnSpc>
              <a:spcPct val="90000"/>
            </a:lnSpc>
            <a:spcBef>
              <a:spcPct val="0"/>
            </a:spcBef>
            <a:spcAft>
              <a:spcPct val="35000"/>
            </a:spcAft>
            <a:buNone/>
          </a:pPr>
          <a:r>
            <a:rPr lang="en-US" sz="1400" b="1" kern="1200" noProof="0"/>
            <a:t>2017-2018</a:t>
          </a:r>
        </a:p>
      </dsp:txBody>
      <dsp:txXfrm>
        <a:off x="6096000" y="1631285"/>
        <a:ext cx="1405532" cy="362507"/>
      </dsp:txXfrm>
    </dsp:sp>
    <dsp:sp modelId="{DC95AD73-AB18-496B-B1F5-91A0550F4B15}">
      <dsp:nvSpPr>
        <dsp:cNvPr id="0" name=""/>
        <dsp:cNvSpPr/>
      </dsp:nvSpPr>
      <dsp:spPr>
        <a:xfrm>
          <a:off x="5627489" y="0"/>
          <a:ext cx="2342554" cy="12687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06680" numCol="1" spcCol="1270" anchor="b" anchorCtr="1">
          <a:noAutofit/>
        </a:bodyPr>
        <a:lstStyle/>
        <a:p>
          <a:pPr marL="0" lvl="0" indent="0" algn="ctr" defTabSz="622300">
            <a:lnSpc>
              <a:spcPct val="90000"/>
            </a:lnSpc>
            <a:spcBef>
              <a:spcPct val="0"/>
            </a:spcBef>
            <a:spcAft>
              <a:spcPct val="35000"/>
            </a:spcAft>
            <a:buNone/>
          </a:pPr>
          <a:r>
            <a:rPr lang="en-US" sz="1400" b="1" kern="1200" noProof="0" dirty="0">
              <a:solidFill>
                <a:prstClr val="black">
                  <a:hueOff val="0"/>
                  <a:satOff val="0"/>
                  <a:lumOff val="0"/>
                  <a:alphaOff val="0"/>
                </a:prstClr>
              </a:solidFill>
              <a:latin typeface="Calibri" panose="020F0502020204030204"/>
              <a:ea typeface="+mn-ea"/>
              <a:cs typeface="+mn-cs"/>
            </a:rPr>
            <a:t>Started PhD (</a:t>
          </a:r>
          <a:r>
            <a:rPr lang="en-US" sz="1400" b="1" kern="1200" noProof="0" dirty="0" err="1">
              <a:solidFill>
                <a:prstClr val="black">
                  <a:hueOff val="0"/>
                  <a:satOff val="0"/>
                  <a:lumOff val="0"/>
                  <a:alphaOff val="0"/>
                </a:prstClr>
              </a:solidFill>
              <a:latin typeface="Calibri" panose="020F0502020204030204"/>
              <a:ea typeface="+mn-ea"/>
              <a:cs typeface="+mn-cs"/>
            </a:rPr>
            <a:t>Unicentro</a:t>
          </a:r>
          <a:r>
            <a:rPr lang="en-US" sz="1400" b="1" kern="1200" noProof="0" dirty="0">
              <a:solidFill>
                <a:prstClr val="black">
                  <a:hueOff val="0"/>
                  <a:satOff val="0"/>
                  <a:lumOff val="0"/>
                  <a:alphaOff val="0"/>
                </a:prstClr>
              </a:solidFill>
              <a:latin typeface="Calibri" panose="020F0502020204030204"/>
              <a:ea typeface="+mn-ea"/>
              <a:cs typeface="+mn-cs"/>
            </a:rPr>
            <a:t>) </a:t>
          </a:r>
        </a:p>
        <a:p>
          <a:pPr marL="0" lvl="0" indent="0" algn="ctr" defTabSz="622300">
            <a:lnSpc>
              <a:spcPct val="90000"/>
            </a:lnSpc>
            <a:spcBef>
              <a:spcPct val="0"/>
            </a:spcBef>
            <a:spcAft>
              <a:spcPct val="35000"/>
            </a:spcAft>
            <a:buNone/>
          </a:pPr>
          <a:r>
            <a:rPr lang="en-US" sz="1400" b="1" kern="1200" noProof="0" dirty="0"/>
            <a:t>Intensive use of genomic prediction</a:t>
          </a:r>
        </a:p>
      </dsp:txBody>
      <dsp:txXfrm>
        <a:off x="5627489" y="0"/>
        <a:ext cx="2342554" cy="1268777"/>
      </dsp:txXfrm>
    </dsp:sp>
    <dsp:sp modelId="{1A2791AA-2DD9-4E46-A0A5-7C1B8C3536C6}">
      <dsp:nvSpPr>
        <dsp:cNvPr id="0" name=""/>
        <dsp:cNvSpPr/>
      </dsp:nvSpPr>
      <dsp:spPr>
        <a:xfrm>
          <a:off x="6798766" y="1341279"/>
          <a:ext cx="0" cy="290006"/>
        </a:xfrm>
        <a:prstGeom prst="line">
          <a:avLst/>
        </a:prstGeom>
        <a:noFill/>
        <a:ln w="12700" cap="rnd" cmpd="sng" algn="ctr">
          <a:solidFill>
            <a:schemeClr val="accent1">
              <a:shade val="90000"/>
              <a:hueOff val="202823"/>
              <a:satOff val="-3910"/>
              <a:lumOff val="12784"/>
              <a:alphaOff val="0"/>
            </a:schemeClr>
          </a:solidFill>
          <a:prstDash val="dash"/>
          <a:miter lim="800000"/>
        </a:ln>
        <a:effectLst/>
      </dsp:spPr>
      <dsp:style>
        <a:lnRef idx="1">
          <a:scrgbClr r="0" g="0" b="0"/>
        </a:lnRef>
        <a:fillRef idx="0">
          <a:scrgbClr r="0" g="0" b="0"/>
        </a:fillRef>
        <a:effectRef idx="0">
          <a:scrgbClr r="0" g="0" b="0"/>
        </a:effectRef>
        <a:fontRef idx="minor"/>
      </dsp:style>
    </dsp:sp>
    <dsp:sp modelId="{0EDAB714-CB5A-4C46-B2B0-909F571E94B1}">
      <dsp:nvSpPr>
        <dsp:cNvPr id="0" name=""/>
        <dsp:cNvSpPr/>
      </dsp:nvSpPr>
      <dsp:spPr>
        <a:xfrm>
          <a:off x="6762515" y="1268777"/>
          <a:ext cx="72501" cy="72501"/>
        </a:xfrm>
        <a:prstGeom prst="ellipse">
          <a:avLst/>
        </a:prstGeom>
        <a:solidFill>
          <a:schemeClr val="accent1">
            <a:shade val="80000"/>
            <a:hueOff val="199590"/>
            <a:satOff val="-3575"/>
            <a:lumOff val="1519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59F2258-7E56-4C25-9B92-9FED6D017FA6}">
      <dsp:nvSpPr>
        <dsp:cNvPr id="0" name=""/>
        <dsp:cNvSpPr/>
      </dsp:nvSpPr>
      <dsp:spPr>
        <a:xfrm>
          <a:off x="7501532" y="1631285"/>
          <a:ext cx="1405532" cy="362507"/>
        </a:xfrm>
        <a:prstGeom prst="rect">
          <a:avLst/>
        </a:prstGeom>
        <a:solidFill>
          <a:schemeClr val="accent1">
            <a:shade val="80000"/>
            <a:hueOff val="249488"/>
            <a:satOff val="-4469"/>
            <a:lumOff val="18989"/>
            <a:alphaOff val="0"/>
          </a:schemeClr>
        </a:solidFill>
        <a:ln w="12700" cap="flat" cmpd="sng" algn="ctr">
          <a:solidFill>
            <a:schemeClr val="accent1">
              <a:shade val="80000"/>
              <a:hueOff val="249488"/>
              <a:satOff val="-4469"/>
              <a:lumOff val="1898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1">
          <a:noAutofit/>
        </a:bodyPr>
        <a:lstStyle/>
        <a:p>
          <a:pPr marL="0" lvl="0" indent="0" algn="ctr" defTabSz="622300">
            <a:lnSpc>
              <a:spcPct val="90000"/>
            </a:lnSpc>
            <a:spcBef>
              <a:spcPct val="0"/>
            </a:spcBef>
            <a:spcAft>
              <a:spcPct val="35000"/>
            </a:spcAft>
            <a:buNone/>
          </a:pPr>
          <a:r>
            <a:rPr lang="en-US" sz="1400" b="1" kern="1200" noProof="0"/>
            <a:t>2019-2021</a:t>
          </a:r>
        </a:p>
      </dsp:txBody>
      <dsp:txXfrm>
        <a:off x="7501532" y="1631285"/>
        <a:ext cx="1405532" cy="362507"/>
      </dsp:txXfrm>
    </dsp:sp>
    <dsp:sp modelId="{77D93033-17FE-4AFA-9EF1-14A4DB8EAC75}">
      <dsp:nvSpPr>
        <dsp:cNvPr id="0" name=""/>
        <dsp:cNvSpPr/>
      </dsp:nvSpPr>
      <dsp:spPr>
        <a:xfrm>
          <a:off x="7033021" y="2356301"/>
          <a:ext cx="2342554" cy="12687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06680" rIns="0" bIns="0" numCol="1" spcCol="1270" anchor="t" anchorCtr="1">
          <a:noAutofit/>
        </a:bodyPr>
        <a:lstStyle/>
        <a:p>
          <a:pPr marL="0" lvl="0" indent="0" algn="ctr" defTabSz="622300">
            <a:lnSpc>
              <a:spcPct val="90000"/>
            </a:lnSpc>
            <a:spcBef>
              <a:spcPct val="0"/>
            </a:spcBef>
            <a:spcAft>
              <a:spcPct val="35000"/>
            </a:spcAft>
            <a:buNone/>
          </a:pPr>
          <a:r>
            <a:rPr lang="en-US" sz="1400" b="1" kern="1200" noProof="0">
              <a:solidFill>
                <a:prstClr val="black">
                  <a:hueOff val="0"/>
                  <a:satOff val="0"/>
                  <a:lumOff val="0"/>
                  <a:alphaOff val="0"/>
                </a:prstClr>
              </a:solidFill>
              <a:latin typeface="Franklin Gothic Book" panose="020B0502020104020203"/>
              <a:ea typeface="+mn-ea"/>
              <a:cs typeface="+mn-cs"/>
            </a:rPr>
            <a:t>Started as Breeder position</a:t>
          </a:r>
        </a:p>
        <a:p>
          <a:pPr marL="0" lvl="0" indent="0" algn="ctr" defTabSz="622300">
            <a:lnSpc>
              <a:spcPct val="90000"/>
            </a:lnSpc>
            <a:spcBef>
              <a:spcPct val="0"/>
            </a:spcBef>
            <a:spcAft>
              <a:spcPct val="35000"/>
            </a:spcAft>
            <a:buNone/>
          </a:pPr>
          <a:r>
            <a:rPr lang="en-US" sz="1400" b="1" kern="1200" noProof="0">
              <a:solidFill>
                <a:prstClr val="black">
                  <a:hueOff val="0"/>
                  <a:satOff val="0"/>
                  <a:lumOff val="0"/>
                  <a:alphaOff val="0"/>
                </a:prstClr>
              </a:solidFill>
              <a:latin typeface="Franklin Gothic Book" panose="020B0502020104020203"/>
              <a:ea typeface="+mn-ea"/>
              <a:cs typeface="+mn-cs"/>
            </a:rPr>
            <a:t>Finished Ph.D.</a:t>
          </a:r>
        </a:p>
        <a:p>
          <a:pPr marL="0" lvl="0" indent="0" algn="ctr" defTabSz="622300">
            <a:lnSpc>
              <a:spcPct val="90000"/>
            </a:lnSpc>
            <a:spcBef>
              <a:spcPct val="0"/>
            </a:spcBef>
            <a:spcAft>
              <a:spcPct val="35000"/>
            </a:spcAft>
            <a:buNone/>
          </a:pPr>
          <a:r>
            <a:rPr lang="en-US" sz="1400" b="1" kern="1200" noProof="0">
              <a:solidFill>
                <a:prstClr val="black">
                  <a:hueOff val="0"/>
                  <a:satOff val="0"/>
                  <a:lumOff val="0"/>
                  <a:alphaOff val="0"/>
                </a:prstClr>
              </a:solidFill>
              <a:latin typeface="Franklin Gothic Book" panose="020B0502020104020203"/>
              <a:ea typeface="+mn-ea"/>
              <a:cs typeface="+mn-cs"/>
            </a:rPr>
            <a:t>Applied ML in other areas</a:t>
          </a:r>
        </a:p>
      </dsp:txBody>
      <dsp:txXfrm>
        <a:off x="7033021" y="2356301"/>
        <a:ext cx="2342554" cy="1268777"/>
      </dsp:txXfrm>
    </dsp:sp>
    <dsp:sp modelId="{88565B6A-DC6A-4FE3-AA18-39E65FB94B1D}">
      <dsp:nvSpPr>
        <dsp:cNvPr id="0" name=""/>
        <dsp:cNvSpPr/>
      </dsp:nvSpPr>
      <dsp:spPr>
        <a:xfrm>
          <a:off x="8204299" y="1993793"/>
          <a:ext cx="0" cy="290006"/>
        </a:xfrm>
        <a:prstGeom prst="line">
          <a:avLst/>
        </a:prstGeom>
        <a:noFill/>
        <a:ln w="12700" cap="rnd" cmpd="sng" algn="ctr">
          <a:solidFill>
            <a:schemeClr val="accent1">
              <a:shade val="90000"/>
              <a:hueOff val="243388"/>
              <a:satOff val="-4692"/>
              <a:lumOff val="15340"/>
              <a:alphaOff val="0"/>
            </a:schemeClr>
          </a:solidFill>
          <a:prstDash val="dash"/>
          <a:miter lim="800000"/>
        </a:ln>
        <a:effectLst/>
      </dsp:spPr>
      <dsp:style>
        <a:lnRef idx="1">
          <a:scrgbClr r="0" g="0" b="0"/>
        </a:lnRef>
        <a:fillRef idx="0">
          <a:scrgbClr r="0" g="0" b="0"/>
        </a:fillRef>
        <a:effectRef idx="0">
          <a:scrgbClr r="0" g="0" b="0"/>
        </a:effectRef>
        <a:fontRef idx="minor"/>
      </dsp:style>
    </dsp:sp>
    <dsp:sp modelId="{89EB82D7-7323-410C-8B29-0331B14D7045}">
      <dsp:nvSpPr>
        <dsp:cNvPr id="0" name=""/>
        <dsp:cNvSpPr/>
      </dsp:nvSpPr>
      <dsp:spPr>
        <a:xfrm>
          <a:off x="8168048" y="2283799"/>
          <a:ext cx="72501" cy="72501"/>
        </a:xfrm>
        <a:prstGeom prst="ellipse">
          <a:avLst/>
        </a:prstGeom>
        <a:solidFill>
          <a:schemeClr val="accent1">
            <a:shade val="80000"/>
            <a:hueOff val="249488"/>
            <a:satOff val="-4469"/>
            <a:lumOff val="1898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F56B024-A4F0-40C3-B455-01828DEF5073}">
      <dsp:nvSpPr>
        <dsp:cNvPr id="0" name=""/>
        <dsp:cNvSpPr/>
      </dsp:nvSpPr>
      <dsp:spPr>
        <a:xfrm>
          <a:off x="8907065" y="1631285"/>
          <a:ext cx="1405532" cy="362507"/>
        </a:xfrm>
        <a:prstGeom prst="rect">
          <a:avLst/>
        </a:prstGeom>
        <a:solidFill>
          <a:schemeClr val="accent1">
            <a:shade val="80000"/>
            <a:hueOff val="299385"/>
            <a:satOff val="-5362"/>
            <a:lumOff val="22787"/>
            <a:alphaOff val="0"/>
          </a:schemeClr>
        </a:solidFill>
        <a:ln w="12700" cap="flat" cmpd="sng" algn="ctr">
          <a:solidFill>
            <a:schemeClr val="accent1">
              <a:shade val="80000"/>
              <a:hueOff val="299385"/>
              <a:satOff val="-5362"/>
              <a:lumOff val="2278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1">
          <a:noAutofit/>
        </a:bodyPr>
        <a:lstStyle/>
        <a:p>
          <a:pPr marL="0" lvl="0" indent="0" algn="ctr" defTabSz="622300">
            <a:lnSpc>
              <a:spcPct val="90000"/>
            </a:lnSpc>
            <a:spcBef>
              <a:spcPct val="0"/>
            </a:spcBef>
            <a:spcAft>
              <a:spcPct val="35000"/>
            </a:spcAft>
            <a:buNone/>
          </a:pPr>
          <a:r>
            <a:rPr lang="pt-BR" sz="1400" b="1" kern="1200"/>
            <a:t>2022</a:t>
          </a:r>
        </a:p>
      </dsp:txBody>
      <dsp:txXfrm>
        <a:off x="8907065" y="1631285"/>
        <a:ext cx="1405532" cy="362507"/>
      </dsp:txXfrm>
    </dsp:sp>
    <dsp:sp modelId="{AA6233C5-C739-4E27-94C0-A768BD2F6504}">
      <dsp:nvSpPr>
        <dsp:cNvPr id="0" name=""/>
        <dsp:cNvSpPr/>
      </dsp:nvSpPr>
      <dsp:spPr>
        <a:xfrm>
          <a:off x="8438554" y="0"/>
          <a:ext cx="2342554" cy="12687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06680" numCol="1" spcCol="1270" anchor="b" anchorCtr="1">
          <a:noAutofit/>
        </a:bodyPr>
        <a:lstStyle/>
        <a:p>
          <a:pPr marL="0" lvl="0" indent="0" algn="ctr" defTabSz="622300">
            <a:lnSpc>
              <a:spcPct val="90000"/>
            </a:lnSpc>
            <a:spcBef>
              <a:spcPct val="0"/>
            </a:spcBef>
            <a:spcAft>
              <a:spcPct val="35000"/>
            </a:spcAft>
            <a:buNone/>
          </a:pPr>
          <a:r>
            <a:rPr lang="en-US" sz="1400" b="1" kern="1200" noProof="0"/>
            <a:t>Started Research Station Manager at Nutrien</a:t>
          </a:r>
        </a:p>
      </dsp:txBody>
      <dsp:txXfrm>
        <a:off x="8438554" y="0"/>
        <a:ext cx="2342554" cy="1268777"/>
      </dsp:txXfrm>
    </dsp:sp>
    <dsp:sp modelId="{9B617210-E52E-4440-B755-D7AA0A3FD1A3}">
      <dsp:nvSpPr>
        <dsp:cNvPr id="0" name=""/>
        <dsp:cNvSpPr/>
      </dsp:nvSpPr>
      <dsp:spPr>
        <a:xfrm>
          <a:off x="9609832" y="1341279"/>
          <a:ext cx="0" cy="290006"/>
        </a:xfrm>
        <a:prstGeom prst="line">
          <a:avLst/>
        </a:prstGeom>
        <a:noFill/>
        <a:ln w="12700" cap="rnd" cmpd="sng" algn="ctr">
          <a:solidFill>
            <a:schemeClr val="accent1">
              <a:shade val="90000"/>
              <a:hueOff val="446212"/>
              <a:satOff val="-8602"/>
              <a:lumOff val="28124"/>
              <a:alphaOff val="0"/>
            </a:schemeClr>
          </a:solidFill>
          <a:prstDash val="dash"/>
          <a:miter lim="800000"/>
        </a:ln>
        <a:effectLst/>
      </dsp:spPr>
      <dsp:style>
        <a:lnRef idx="1">
          <a:scrgbClr r="0" g="0" b="0"/>
        </a:lnRef>
        <a:fillRef idx="0">
          <a:scrgbClr r="0" g="0" b="0"/>
        </a:fillRef>
        <a:effectRef idx="0">
          <a:scrgbClr r="0" g="0" b="0"/>
        </a:effectRef>
        <a:fontRef idx="minor"/>
      </dsp:style>
    </dsp:sp>
    <dsp:sp modelId="{B47CE5B3-F7B6-422D-A8E8-F6EEE0F25688}">
      <dsp:nvSpPr>
        <dsp:cNvPr id="0" name=""/>
        <dsp:cNvSpPr/>
      </dsp:nvSpPr>
      <dsp:spPr>
        <a:xfrm>
          <a:off x="9573581" y="1268777"/>
          <a:ext cx="72501" cy="72501"/>
        </a:xfrm>
        <a:prstGeom prst="ellipse">
          <a:avLst/>
        </a:prstGeom>
        <a:solidFill>
          <a:schemeClr val="accent1">
            <a:shade val="80000"/>
            <a:hueOff val="299385"/>
            <a:satOff val="-5362"/>
            <a:lumOff val="2278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A69AA6-81E5-4612-AD6F-FD6B3E5247D7}">
      <dsp:nvSpPr>
        <dsp:cNvPr id="0" name=""/>
        <dsp:cNvSpPr/>
      </dsp:nvSpPr>
      <dsp:spPr>
        <a:xfrm rot="5400000">
          <a:off x="10834110" y="1109773"/>
          <a:ext cx="362507" cy="1405532"/>
        </a:xfrm>
        <a:prstGeom prst="round2SameRect">
          <a:avLst/>
        </a:prstGeom>
        <a:solidFill>
          <a:schemeClr val="accent1">
            <a:shade val="80000"/>
            <a:hueOff val="349283"/>
            <a:satOff val="-6256"/>
            <a:lumOff val="26585"/>
            <a:alphaOff val="0"/>
          </a:schemeClr>
        </a:solidFill>
        <a:ln w="12700" cap="flat" cmpd="sng" algn="ctr">
          <a:solidFill>
            <a:schemeClr val="accent1">
              <a:shade val="80000"/>
              <a:hueOff val="349283"/>
              <a:satOff val="-6256"/>
              <a:lumOff val="265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1">
          <a:noAutofit/>
        </a:bodyPr>
        <a:lstStyle/>
        <a:p>
          <a:pPr marL="0" lvl="0" indent="0" algn="ctr" defTabSz="622300">
            <a:lnSpc>
              <a:spcPct val="90000"/>
            </a:lnSpc>
            <a:spcBef>
              <a:spcPct val="0"/>
            </a:spcBef>
            <a:spcAft>
              <a:spcPct val="35000"/>
            </a:spcAft>
            <a:buNone/>
          </a:pPr>
          <a:r>
            <a:rPr lang="pt-BR" sz="1400" b="1" kern="1200"/>
            <a:t>2023-Courrent</a:t>
          </a:r>
        </a:p>
      </dsp:txBody>
      <dsp:txXfrm rot="-5400000">
        <a:off x="10312598" y="1648981"/>
        <a:ext cx="1387836" cy="327115"/>
      </dsp:txXfrm>
    </dsp:sp>
    <dsp:sp modelId="{1967262C-6623-42BA-9333-3B617AB5E224}">
      <dsp:nvSpPr>
        <dsp:cNvPr id="0" name=""/>
        <dsp:cNvSpPr/>
      </dsp:nvSpPr>
      <dsp:spPr>
        <a:xfrm>
          <a:off x="9844087" y="2356301"/>
          <a:ext cx="2342554" cy="12687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06680" rIns="0" bIns="0" numCol="1" spcCol="1270" anchor="t" anchorCtr="1">
          <a:noAutofit/>
        </a:bodyPr>
        <a:lstStyle/>
        <a:p>
          <a:pPr marL="0" lvl="0" indent="0" algn="ctr" defTabSz="622300">
            <a:lnSpc>
              <a:spcPct val="90000"/>
            </a:lnSpc>
            <a:spcBef>
              <a:spcPct val="0"/>
            </a:spcBef>
            <a:spcAft>
              <a:spcPct val="35000"/>
            </a:spcAft>
            <a:buNone/>
          </a:pPr>
          <a:r>
            <a:rPr lang="en-US" sz="1400" b="1" kern="1200" noProof="0"/>
            <a:t>Product development breeder for Sweet Corn and Onion Bayer</a:t>
          </a:r>
        </a:p>
      </dsp:txBody>
      <dsp:txXfrm>
        <a:off x="9844087" y="2356301"/>
        <a:ext cx="2342554" cy="1268777"/>
      </dsp:txXfrm>
    </dsp:sp>
    <dsp:sp modelId="{B4C88043-DEF5-4FCE-8901-D660D395AAF5}">
      <dsp:nvSpPr>
        <dsp:cNvPr id="0" name=""/>
        <dsp:cNvSpPr/>
      </dsp:nvSpPr>
      <dsp:spPr>
        <a:xfrm>
          <a:off x="11015364" y="1993793"/>
          <a:ext cx="0" cy="290006"/>
        </a:xfrm>
        <a:prstGeom prst="line">
          <a:avLst/>
        </a:prstGeom>
        <a:noFill/>
        <a:ln w="6350" cap="flat" cmpd="sng" algn="ctr">
          <a:solidFill>
            <a:schemeClr val="accent1">
              <a:shade val="90000"/>
              <a:hueOff val="349225"/>
              <a:satOff val="-5981"/>
              <a:lumOff val="23960"/>
              <a:alphaOff val="0"/>
            </a:schemeClr>
          </a:solidFill>
          <a:prstDash val="dash"/>
          <a:miter lim="800000"/>
        </a:ln>
        <a:effectLst/>
      </dsp:spPr>
      <dsp:style>
        <a:lnRef idx="1">
          <a:scrgbClr r="0" g="0" b="0"/>
        </a:lnRef>
        <a:fillRef idx="0">
          <a:scrgbClr r="0" g="0" b="0"/>
        </a:fillRef>
        <a:effectRef idx="0">
          <a:scrgbClr r="0" g="0" b="0"/>
        </a:effectRef>
        <a:fontRef idx="minor"/>
      </dsp:style>
    </dsp:sp>
    <dsp:sp modelId="{7CBDA154-0A56-4B83-9D0E-8E5D0F53FF8B}">
      <dsp:nvSpPr>
        <dsp:cNvPr id="0" name=""/>
        <dsp:cNvSpPr/>
      </dsp:nvSpPr>
      <dsp:spPr>
        <a:xfrm>
          <a:off x="10979114" y="2283799"/>
          <a:ext cx="72501" cy="72501"/>
        </a:xfrm>
        <a:prstGeom prst="ellipse">
          <a:avLst/>
        </a:prstGeom>
        <a:solidFill>
          <a:schemeClr val="accent1">
            <a:shade val="80000"/>
            <a:hueOff val="349283"/>
            <a:satOff val="-6256"/>
            <a:lumOff val="2658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 val="18"/>
      <dgm:constr type="primFontSz" for="des" forName="Childtext" val="18"/>
      <dgm:constr type="primFontSz" for="des" forName="Childtext" refType="primFontSz" refFor="des" refForName="parent"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 op="equ"/>
      <dgm:constr type="primFontSz" for="des" forName="Childtext" op="equ"/>
      <dgm:constr type="primFontSz" for="des" forName="parent1" val="18"/>
      <dgm:constr type="primFontSz" for="des" forName="Childtext1" val="18"/>
      <dgm:constr type="primFontSz" for="des" forName="Childtext1" refType="primFontSz" refFor="des" refForName="parent1" op="lte"/>
      <dgm:constr type="w" for="ch" forName="composite1" refType="w"/>
      <dgm:constr type="h" for="ch" forName="composite1" refType="h"/>
      <dgm:constr type="w" for="ch" forName="spaceBetweenRectangles1" refType="w" refFor="ch" refForName="composite1" fact="-0.4"/>
      <dgm:constr type="primFontSz" for="des" forName="parent1" op="equ"/>
      <dgm:constr type="primFontSz" for="des" forName="Childtext1" op="equ"/>
    </dgm:constrLst>
    <dgm:choose name="layoutByNodeCnt">
      <dgm:if name="twoOrLessNodes" axis="ch" ptType="node" func="cnt" op="lte" val="2">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parent" refType="w" fact="0.95"/>
                      <dgm:constr type="l" for="ch" forName="parent" refType="w" fact="0.025"/>
                      <dgm:constr type="t" for="ch" forName="parent" refType="h" fact="0.45"/>
                      <dgm:constr type="h" for="ch" forName="parent" refType="h" fact="0.1"/>
                      <dgm:constr type="l" for="ch" forName="Childtext" refType="w" fact="0.025"/>
                      <dgm:constr type="w" for="ch" forName="Childtext" refType="w" fact="0.95"/>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if>
                  <dgm:else name="ifMoreThanOne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else>
                </dgm:choose>
              </dgm:if>
              <dgm:else name="notStart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t" for="ch" forName="Childtext" refType="h" fact="0.65"/>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EmptyPane" refType="w"/>
                  <dgm:constr type="h" for="ch" forName="EmptyPane" refType="h" fact="0.45"/>
                </dgm:constrLst>
              </dgm:else>
            </dgm:choose>
            <dgm:layoutNode name="parent"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 styleLbl="revTx">
              <dgm:varLst>
                <dgm:bulletEnabled val="1"/>
              </dgm:varLst>
              <dgm:choose name="casesForTxtDirLogic">
                <dgm:if name="Name77"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if>
      <dgm:else name="moreThanTwoNodes">
        <dgm:forEach name="nodesForEach1" axis="ch" ptType="node">
          <dgm:layoutNode name="composite1">
            <dgm:alg type="composite"/>
            <dgm:shape xmlns:r="http://schemas.openxmlformats.org/officeDocument/2006/relationships" r:blip="">
              <dgm:adjLst/>
            </dgm:shape>
            <dgm:choose name="casesForSnakingLogic21">
              <dgm:if name="oddNode21" axis="self" ptType="node" func="posOdd" op="equ" val="1">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w" for="ch" forName="ConnectLine1"/>
                  <dgm:constr type="h" for="ch" forName="ConnectLine1" refType="h" fact="0.08"/>
                  <dgm:constr type="t" for="ch" forName="ConnectLine1" refType="h" fact="0.37"/>
                  <dgm:constr type="ctrX" for="ch" forName="ConnectLine1" refType="w" fact="0.5"/>
                  <dgm:constr type="w" for="ch" forName="ConnectLineEnd1" refType="h" fact="0.02"/>
                  <dgm:constr type="h" for="ch" forName="ConnectLineEnd1" refType="h" fact="0.02"/>
                  <dgm:constr type="t" for="ch" forName="ConnectLineEnd1" refType="h" fact="0.35"/>
                  <dgm:constr type="ctrX" for="ch" forName="ConnectLineEnd1" refType="w" fact="0.5"/>
                  <dgm:constr type="w" for="ch" forName="EmptyPane1" refType="w"/>
                  <dgm:constr type="t" for="ch" forName="EmptyPane1" refType="h" fact="0.55"/>
                  <dgm:constr type="h" for="ch" forName="EmptyPane1" refType="h" fact="0.45"/>
                </dgm:constrLst>
              </dgm:if>
              <dgm:else name="evenNode2">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t" for="ch" forName="Childtext1" refType="h" fact="0.65"/>
                  <dgm:constr type="w" for="ch" forName="ConnectLine1"/>
                  <dgm:constr type="h" for="ch" forName="ConnectLine1" refType="h" fact="0.08"/>
                  <dgm:constr type="t" for="ch" forName="ConnectLine1" refType="h" fact="0.55"/>
                  <dgm:constr type="ctrX" for="ch" forName="ConnectLine1" refType="w" fact="0.5"/>
                  <dgm:constr type="w" for="ch" forName="ConnectLineEnd1" refType="h" fact="0.02"/>
                  <dgm:constr type="h" for="ch" forName="ConnectLineEnd1" refType="h" fact="0.02"/>
                  <dgm:constr type="b" for="ch" forName="ConnectLineEnd1" refType="h" fact="0.65"/>
                  <dgm:constr type="ctrX" for="ch" forName="ConnectLineEnd1" refType="w" fact="0.5"/>
                  <dgm:constr type="w" for="ch" forName="EmptyPane1" refType="w"/>
                  <dgm:constr type="h" for="ch" forName="EmptyPane1" refType="h" fact="0.45"/>
                </dgm:constrLst>
              </dgm:else>
            </dgm:choose>
            <dgm:layoutNode name="parent1"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12">
                <dgm:if name="startNode12" axis="self" ptType="node" func="pos" op="equ" val="1">
                  <dgm:choose name="removeLineWhenOnlyOneNode12">
                    <dgm:if name="ifOnlyOneNode12" axis="followSib" ptType="node" func="cnt" op="equ" val="0">
                      <dgm:shape xmlns:r="http://schemas.openxmlformats.org/officeDocument/2006/relationships" type="roundRect" r:blip="">
                        <dgm:adjLst/>
                      </dgm:shape>
                    </dgm:if>
                    <dgm:else name="ifMoreThanOneNode12">
                      <dgm:choose name="Name181">
                        <dgm:if name="Name191" func="var" arg="dir" op="equ" val="norm">
                          <dgm:shape xmlns:r="http://schemas.openxmlformats.org/officeDocument/2006/relationships" rot="-90" type="round2SameRect" r:blip="">
                            <dgm:adjLst/>
                          </dgm:shape>
                        </dgm:if>
                        <dgm:else name="Name201">
                          <dgm:shape xmlns:r="http://schemas.openxmlformats.org/officeDocument/2006/relationships" rot="90" type="round2SameRect" r:blip="">
                            <dgm:adjLst/>
                          </dgm:shape>
                        </dgm:else>
                      </dgm:choose>
                    </dgm:else>
                  </dgm:choose>
                </dgm:if>
                <dgm:else name="notStartNode12">
                  <dgm:choose name="Name221">
                    <dgm:if name="Name231" axis="self" ptType="node" func="revPos" op="equ" val="1">
                      <dgm:choose name="Name241">
                        <dgm:if name="Name251" func="var" arg="dir" op="equ" val="norm">
                          <dgm:shape xmlns:r="http://schemas.openxmlformats.org/officeDocument/2006/relationships" rot="90" type="round2SameRect" r:blip="">
                            <dgm:adjLst/>
                          </dgm:shape>
                        </dgm:if>
                        <dgm:else name="Name261">
                          <dgm:shape xmlns:r="http://schemas.openxmlformats.org/officeDocument/2006/relationships" rot="-90" type="round2SameRect" r:blip="">
                            <dgm:adjLst/>
                          </dgm:shape>
                        </dgm:else>
                      </dgm:choose>
                    </dgm:if>
                    <dgm:else name="Name271">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dgm:varLst>
                <dgm:bulletEnabled val="1"/>
              </dgm:varLst>
              <dgm:choose name="casesForTxtDirLogic1">
                <dgm:if name="Name771"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1">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1" styleLbl="lnNode1">
              <dgm:alg type="sp"/>
              <dgm:shape xmlns:r="http://schemas.openxmlformats.org/officeDocument/2006/relationships" type="ellipse" r:blip="">
                <dgm:adjLst/>
              </dgm:shape>
              <dgm:presOf/>
              <dgm:constrLst/>
            </dgm:layoutNode>
            <dgm:layoutNode name="EmptyPane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1AA1DD-759B-45B1-AFEB-78EB01D9D944}" type="datetimeFigureOut">
              <a:rPr lang="es-AR" smtClean="0"/>
              <a:t>29/10/2026</a:t>
            </a:fld>
            <a:endParaRPr lang="es-A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D44675-D763-49AE-90C2-01474B77E645}" type="slidenum">
              <a:rPr lang="es-AR" smtClean="0"/>
              <a:t>‹#›</a:t>
            </a:fld>
            <a:endParaRPr lang="es-AR"/>
          </a:p>
        </p:txBody>
      </p:sp>
    </p:spTree>
    <p:extLst>
      <p:ext uri="{BB962C8B-B14F-4D97-AF65-F5344CB8AC3E}">
        <p14:creationId xmlns:p14="http://schemas.microsoft.com/office/powerpoint/2010/main" val="2015849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887C1F2-ED02-4AF7-A9F1-870AC6A68F82}" type="slidenum">
              <a:rPr lang="en-US" smtClean="0"/>
              <a:t>1</a:t>
            </a:fld>
            <a:endParaRPr lang="en-US"/>
          </a:p>
        </p:txBody>
      </p:sp>
    </p:spTree>
    <p:extLst>
      <p:ext uri="{BB962C8B-B14F-4D97-AF65-F5344CB8AC3E}">
        <p14:creationId xmlns:p14="http://schemas.microsoft.com/office/powerpoint/2010/main" val="36754028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F4F65E-8320-EE17-3F30-CF7B2950AC78}"/>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s-CO"/>
          </a:p>
        </p:txBody>
      </p:sp>
      <p:sp>
        <p:nvSpPr>
          <p:cNvPr id="3" name="Subtítulo 2">
            <a:extLst>
              <a:ext uri="{FF2B5EF4-FFF2-40B4-BE49-F238E27FC236}">
                <a16:creationId xmlns:a16="http://schemas.microsoft.com/office/drawing/2014/main" id="{54365041-43F5-4A58-C60D-106305F808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s-CO"/>
          </a:p>
        </p:txBody>
      </p:sp>
      <p:sp>
        <p:nvSpPr>
          <p:cNvPr id="4" name="Marcador de fecha 3">
            <a:extLst>
              <a:ext uri="{FF2B5EF4-FFF2-40B4-BE49-F238E27FC236}">
                <a16:creationId xmlns:a16="http://schemas.microsoft.com/office/drawing/2014/main" id="{9F0943DB-A983-9FC2-E084-BA0257E8EAC1}"/>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5" name="Marcador de pie de página 4">
            <a:extLst>
              <a:ext uri="{FF2B5EF4-FFF2-40B4-BE49-F238E27FC236}">
                <a16:creationId xmlns:a16="http://schemas.microsoft.com/office/drawing/2014/main" id="{494811B8-6A5E-E92E-3162-6C15092E6FCB}"/>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242504F-E051-8064-2890-C59E56BE7AE9}"/>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961947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721D93-03F9-C310-9A6B-767993C8D5A8}"/>
              </a:ext>
            </a:extLst>
          </p:cNvPr>
          <p:cNvSpPr>
            <a:spLocks noGrp="1"/>
          </p:cNvSpPr>
          <p:nvPr>
            <p:ph type="title"/>
          </p:nvPr>
        </p:nvSpPr>
        <p:spPr/>
        <p:txBody>
          <a:bodyPr/>
          <a:lstStyle/>
          <a:p>
            <a:r>
              <a:rPr lang="es-MX"/>
              <a:t>Haz clic para modificar el estilo de título del patrón</a:t>
            </a:r>
            <a:endParaRPr lang="es-CO"/>
          </a:p>
        </p:txBody>
      </p:sp>
      <p:sp>
        <p:nvSpPr>
          <p:cNvPr id="3" name="Marcador de contenido 2">
            <a:extLst>
              <a:ext uri="{FF2B5EF4-FFF2-40B4-BE49-F238E27FC236}">
                <a16:creationId xmlns:a16="http://schemas.microsoft.com/office/drawing/2014/main" id="{1EEF27BF-A104-2743-28DB-E42A392B3FAE}"/>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fecha 3">
            <a:extLst>
              <a:ext uri="{FF2B5EF4-FFF2-40B4-BE49-F238E27FC236}">
                <a16:creationId xmlns:a16="http://schemas.microsoft.com/office/drawing/2014/main" id="{A15946E7-4EFD-7A93-F7E4-CABBDF008A0F}"/>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5" name="Marcador de pie de página 4">
            <a:extLst>
              <a:ext uri="{FF2B5EF4-FFF2-40B4-BE49-F238E27FC236}">
                <a16:creationId xmlns:a16="http://schemas.microsoft.com/office/drawing/2014/main" id="{64F68442-08CC-038A-1DAE-87E3064FC4F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858F63DD-B256-932D-9ACC-31952C2A05EB}"/>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947609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BBDA3-317D-1C69-645F-FAD84581DC85}"/>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s-CO"/>
          </a:p>
        </p:txBody>
      </p:sp>
      <p:sp>
        <p:nvSpPr>
          <p:cNvPr id="3" name="Marcador de texto 2">
            <a:extLst>
              <a:ext uri="{FF2B5EF4-FFF2-40B4-BE49-F238E27FC236}">
                <a16:creationId xmlns:a16="http://schemas.microsoft.com/office/drawing/2014/main" id="{042FBC40-525C-0581-E38B-FF50413CA7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67946EF1-439B-FDB5-D9EE-1E3992D02E2C}"/>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5" name="Marcador de pie de página 4">
            <a:extLst>
              <a:ext uri="{FF2B5EF4-FFF2-40B4-BE49-F238E27FC236}">
                <a16:creationId xmlns:a16="http://schemas.microsoft.com/office/drawing/2014/main" id="{82341A99-0D1A-EF86-580B-9D45CD92BE8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0253867-FBEB-F9B3-18EC-8E42AD4A800C}"/>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40319186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D829A7-1CA7-87F0-C202-6C22870D116D}"/>
              </a:ext>
            </a:extLst>
          </p:cNvPr>
          <p:cNvSpPr>
            <a:spLocks noGrp="1"/>
          </p:cNvSpPr>
          <p:nvPr>
            <p:ph type="title"/>
          </p:nvPr>
        </p:nvSpPr>
        <p:spPr/>
        <p:txBody>
          <a:bodyPr/>
          <a:lstStyle/>
          <a:p>
            <a:r>
              <a:rPr lang="es-MX"/>
              <a:t>Haz clic para modificar el estilo de título del patrón</a:t>
            </a:r>
            <a:endParaRPr lang="es-CO"/>
          </a:p>
        </p:txBody>
      </p:sp>
      <p:sp>
        <p:nvSpPr>
          <p:cNvPr id="3" name="Marcador de contenido 2">
            <a:extLst>
              <a:ext uri="{FF2B5EF4-FFF2-40B4-BE49-F238E27FC236}">
                <a16:creationId xmlns:a16="http://schemas.microsoft.com/office/drawing/2014/main" id="{69F40D3B-A5CE-3D66-951B-65C0149532F0}"/>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contenido 3">
            <a:extLst>
              <a:ext uri="{FF2B5EF4-FFF2-40B4-BE49-F238E27FC236}">
                <a16:creationId xmlns:a16="http://schemas.microsoft.com/office/drawing/2014/main" id="{57BA555C-8A6A-3CF9-8BF9-2AE7F6D836C1}"/>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5" name="Marcador de fecha 4">
            <a:extLst>
              <a:ext uri="{FF2B5EF4-FFF2-40B4-BE49-F238E27FC236}">
                <a16:creationId xmlns:a16="http://schemas.microsoft.com/office/drawing/2014/main" id="{9FAE8BB0-583E-8A5B-9B1D-AC97285BAD86}"/>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6" name="Marcador de pie de página 5">
            <a:extLst>
              <a:ext uri="{FF2B5EF4-FFF2-40B4-BE49-F238E27FC236}">
                <a16:creationId xmlns:a16="http://schemas.microsoft.com/office/drawing/2014/main" id="{76D6AD6C-5863-E5C0-8126-60A2DFF8950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38DAB0C3-F7EC-67B1-FDC7-AABE917C0153}"/>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13022796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47381B-7448-6977-3DD1-509EC9D42143}"/>
              </a:ext>
            </a:extLst>
          </p:cNvPr>
          <p:cNvSpPr>
            <a:spLocks noGrp="1"/>
          </p:cNvSpPr>
          <p:nvPr>
            <p:ph type="title"/>
          </p:nvPr>
        </p:nvSpPr>
        <p:spPr>
          <a:xfrm>
            <a:off x="839788" y="365125"/>
            <a:ext cx="10515600" cy="1325563"/>
          </a:xfrm>
        </p:spPr>
        <p:txBody>
          <a:bodyPr/>
          <a:lstStyle/>
          <a:p>
            <a:r>
              <a:rPr lang="es-MX"/>
              <a:t>Haz clic para modificar el estilo de título del patrón</a:t>
            </a:r>
            <a:endParaRPr lang="es-CO"/>
          </a:p>
        </p:txBody>
      </p:sp>
      <p:sp>
        <p:nvSpPr>
          <p:cNvPr id="3" name="Marcador de texto 2">
            <a:extLst>
              <a:ext uri="{FF2B5EF4-FFF2-40B4-BE49-F238E27FC236}">
                <a16:creationId xmlns:a16="http://schemas.microsoft.com/office/drawing/2014/main" id="{8B39E0F9-7812-6872-4505-1ADD862D29C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BBE16BD1-5F87-2036-E764-573B2AB0117B}"/>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5" name="Marcador de texto 4">
            <a:extLst>
              <a:ext uri="{FF2B5EF4-FFF2-40B4-BE49-F238E27FC236}">
                <a16:creationId xmlns:a16="http://schemas.microsoft.com/office/drawing/2014/main" id="{63E65CAC-706A-6659-92EB-CFE50B8FB3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0D75FE7C-57BA-AB94-DE8D-4D775774059F}"/>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7" name="Marcador de fecha 6">
            <a:extLst>
              <a:ext uri="{FF2B5EF4-FFF2-40B4-BE49-F238E27FC236}">
                <a16:creationId xmlns:a16="http://schemas.microsoft.com/office/drawing/2014/main" id="{16D3CAEA-C93E-5BEE-FA35-0781435EECA8}"/>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8" name="Marcador de pie de página 7">
            <a:extLst>
              <a:ext uri="{FF2B5EF4-FFF2-40B4-BE49-F238E27FC236}">
                <a16:creationId xmlns:a16="http://schemas.microsoft.com/office/drawing/2014/main" id="{9CD4D581-CF94-9397-E357-D74FFE2A0AD7}"/>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89F2631F-A9D7-AFA5-260A-36FE554F88ED}"/>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7885596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B55521-4858-C52E-7D47-8FD957BF9B1D}"/>
              </a:ext>
            </a:extLst>
          </p:cNvPr>
          <p:cNvSpPr>
            <a:spLocks noGrp="1"/>
          </p:cNvSpPr>
          <p:nvPr>
            <p:ph type="title"/>
          </p:nvPr>
        </p:nvSpPr>
        <p:spPr/>
        <p:txBody>
          <a:bodyPr/>
          <a:lstStyle/>
          <a:p>
            <a:r>
              <a:rPr lang="es-MX"/>
              <a:t>Haz clic para modificar el estilo de título del patrón</a:t>
            </a:r>
            <a:endParaRPr lang="es-CO"/>
          </a:p>
        </p:txBody>
      </p:sp>
      <p:sp>
        <p:nvSpPr>
          <p:cNvPr id="3" name="Marcador de fecha 2">
            <a:extLst>
              <a:ext uri="{FF2B5EF4-FFF2-40B4-BE49-F238E27FC236}">
                <a16:creationId xmlns:a16="http://schemas.microsoft.com/office/drawing/2014/main" id="{89EDAD7D-A823-95DB-B587-30A73CA6DA9E}"/>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4" name="Marcador de pie de página 3">
            <a:extLst>
              <a:ext uri="{FF2B5EF4-FFF2-40B4-BE49-F238E27FC236}">
                <a16:creationId xmlns:a16="http://schemas.microsoft.com/office/drawing/2014/main" id="{756BAEBB-A903-BDB9-3377-F942C18AC18A}"/>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61E0024-CEA5-64A8-7647-637AD92A99CB}"/>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33491976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27213E2-32A9-B5C9-3267-CE49680665E9}"/>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3" name="Marcador de pie de página 2">
            <a:extLst>
              <a:ext uri="{FF2B5EF4-FFF2-40B4-BE49-F238E27FC236}">
                <a16:creationId xmlns:a16="http://schemas.microsoft.com/office/drawing/2014/main" id="{8F0E4C5D-C4C3-ADA8-BC29-A6667E339E2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D8F40295-CFE5-507A-3457-881068F11C23}"/>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3023793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3826245-CDCC-DC6A-5DAB-CCD5898874CB}"/>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s-CO"/>
          </a:p>
        </p:txBody>
      </p:sp>
      <p:sp>
        <p:nvSpPr>
          <p:cNvPr id="3" name="Marcador de contenido 2">
            <a:extLst>
              <a:ext uri="{FF2B5EF4-FFF2-40B4-BE49-F238E27FC236}">
                <a16:creationId xmlns:a16="http://schemas.microsoft.com/office/drawing/2014/main" id="{841B1EAF-67E2-A5E2-D858-30BF94D443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texto 3">
            <a:extLst>
              <a:ext uri="{FF2B5EF4-FFF2-40B4-BE49-F238E27FC236}">
                <a16:creationId xmlns:a16="http://schemas.microsoft.com/office/drawing/2014/main" id="{D3F94D88-556B-EC7D-5346-A860BB973F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CDDABEAE-B4CB-1E2D-2C58-2DB7C60DA150}"/>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6" name="Marcador de pie de página 5">
            <a:extLst>
              <a:ext uri="{FF2B5EF4-FFF2-40B4-BE49-F238E27FC236}">
                <a16:creationId xmlns:a16="http://schemas.microsoft.com/office/drawing/2014/main" id="{93D1BC45-F6FF-FFA6-A7C3-1E23271865E7}"/>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A17D4A3-D12E-3943-1A7A-6CAE9795CB26}"/>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726983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DC4E9B9-BDAF-3376-24EA-3DAF1FEDFA0D}"/>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s-CO"/>
          </a:p>
        </p:txBody>
      </p:sp>
      <p:sp>
        <p:nvSpPr>
          <p:cNvPr id="3" name="Marcador de posición de imagen 2">
            <a:extLst>
              <a:ext uri="{FF2B5EF4-FFF2-40B4-BE49-F238E27FC236}">
                <a16:creationId xmlns:a16="http://schemas.microsoft.com/office/drawing/2014/main" id="{DC531FB5-220D-5F77-93A2-12070FE8F8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738F146D-FAB3-332F-6888-3712F6ED01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0DF7461E-C8D1-3EAC-61DC-8ECADB09927A}"/>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6" name="Marcador de pie de página 5">
            <a:extLst>
              <a:ext uri="{FF2B5EF4-FFF2-40B4-BE49-F238E27FC236}">
                <a16:creationId xmlns:a16="http://schemas.microsoft.com/office/drawing/2014/main" id="{A1BEBBCB-C925-F0BC-D409-EA07BE15BB1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38F68CA3-6844-F749-4A15-DC76BEB68BF9}"/>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11543420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9141AF9-D658-253D-DE95-613215B4B192}"/>
              </a:ext>
            </a:extLst>
          </p:cNvPr>
          <p:cNvSpPr>
            <a:spLocks noGrp="1"/>
          </p:cNvSpPr>
          <p:nvPr>
            <p:ph type="title"/>
          </p:nvPr>
        </p:nvSpPr>
        <p:spPr/>
        <p:txBody>
          <a:bodyPr/>
          <a:lstStyle/>
          <a:p>
            <a:r>
              <a:rPr lang="es-MX"/>
              <a:t>Haz clic para modificar el estilo de título del patrón</a:t>
            </a:r>
            <a:endParaRPr lang="es-CO"/>
          </a:p>
        </p:txBody>
      </p:sp>
      <p:sp>
        <p:nvSpPr>
          <p:cNvPr id="3" name="Marcador de texto vertical 2">
            <a:extLst>
              <a:ext uri="{FF2B5EF4-FFF2-40B4-BE49-F238E27FC236}">
                <a16:creationId xmlns:a16="http://schemas.microsoft.com/office/drawing/2014/main" id="{1E4695E6-BC7C-F7C1-3745-BAC123A32C06}"/>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fecha 3">
            <a:extLst>
              <a:ext uri="{FF2B5EF4-FFF2-40B4-BE49-F238E27FC236}">
                <a16:creationId xmlns:a16="http://schemas.microsoft.com/office/drawing/2014/main" id="{C2B38B74-B760-025A-24F7-609DFB1628E2}"/>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5" name="Marcador de pie de página 4">
            <a:extLst>
              <a:ext uri="{FF2B5EF4-FFF2-40B4-BE49-F238E27FC236}">
                <a16:creationId xmlns:a16="http://schemas.microsoft.com/office/drawing/2014/main" id="{0C0DADA8-70C2-4B4D-7836-562286EA39B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180023C-AA52-F200-EC74-A09B5CBF5710}"/>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34534270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C3C5651-AACE-DFB3-7538-23A5A311A470}"/>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s-CO"/>
          </a:p>
        </p:txBody>
      </p:sp>
      <p:sp>
        <p:nvSpPr>
          <p:cNvPr id="3" name="Marcador de texto vertical 2">
            <a:extLst>
              <a:ext uri="{FF2B5EF4-FFF2-40B4-BE49-F238E27FC236}">
                <a16:creationId xmlns:a16="http://schemas.microsoft.com/office/drawing/2014/main" id="{AA4981CF-41CA-DEEE-DA0C-D6A84E7A10BE}"/>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fecha 3">
            <a:extLst>
              <a:ext uri="{FF2B5EF4-FFF2-40B4-BE49-F238E27FC236}">
                <a16:creationId xmlns:a16="http://schemas.microsoft.com/office/drawing/2014/main" id="{04BDA43D-2FAE-4475-1BFB-23DF4AB58B11}"/>
              </a:ext>
            </a:extLst>
          </p:cNvPr>
          <p:cNvSpPr>
            <a:spLocks noGrp="1"/>
          </p:cNvSpPr>
          <p:nvPr>
            <p:ph type="dt" sz="half" idx="10"/>
          </p:nvPr>
        </p:nvSpPr>
        <p:spPr/>
        <p:txBody>
          <a:bodyPr/>
          <a:lstStyle/>
          <a:p>
            <a:fld id="{AC734F37-2617-DD46-AA94-6E6D6F7F1B32}" type="datetimeFigureOut">
              <a:rPr lang="es-CO" smtClean="0"/>
              <a:t>29/10/2026</a:t>
            </a:fld>
            <a:endParaRPr lang="es-CO"/>
          </a:p>
        </p:txBody>
      </p:sp>
      <p:sp>
        <p:nvSpPr>
          <p:cNvPr id="5" name="Marcador de pie de página 4">
            <a:extLst>
              <a:ext uri="{FF2B5EF4-FFF2-40B4-BE49-F238E27FC236}">
                <a16:creationId xmlns:a16="http://schemas.microsoft.com/office/drawing/2014/main" id="{19C94B98-F54A-C9DD-A6BB-91571BDCBAE1}"/>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D3B80B-7F9B-50DA-35BA-7D887CABEC4D}"/>
              </a:ext>
            </a:extLst>
          </p:cNvPr>
          <p:cNvSpPr>
            <a:spLocks noGrp="1"/>
          </p:cNvSpPr>
          <p:nvPr>
            <p:ph type="sldNum" sz="quarter" idx="12"/>
          </p:nvPr>
        </p:nvSpPr>
        <p:spPr/>
        <p:txBody>
          <a:bodyPr/>
          <a:lstStyle/>
          <a:p>
            <a:fld id="{C1C60C78-3927-B643-B5DB-00526262D8FB}" type="slidenum">
              <a:rPr lang="es-CO" smtClean="0"/>
              <a:t>‹#›</a:t>
            </a:fld>
            <a:endParaRPr lang="es-CO"/>
          </a:p>
        </p:txBody>
      </p:sp>
    </p:spTree>
    <p:extLst>
      <p:ext uri="{BB962C8B-B14F-4D97-AF65-F5344CB8AC3E}">
        <p14:creationId xmlns:p14="http://schemas.microsoft.com/office/powerpoint/2010/main" val="14744649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only (color)">
    <p:spTree>
      <p:nvGrpSpPr>
        <p:cNvPr id="1" name=""/>
        <p:cNvGrpSpPr/>
        <p:nvPr/>
      </p:nvGrpSpPr>
      <p:grpSpPr>
        <a:xfrm>
          <a:off x="0" y="0"/>
          <a:ext cx="0" cy="0"/>
          <a:chOff x="0" y="0"/>
          <a:chExt cx="0" cy="0"/>
        </a:xfrm>
      </p:grpSpPr>
      <p:sp>
        <p:nvSpPr>
          <p:cNvPr id="8" name="Subtitle 2"/>
          <p:cNvSpPr>
            <a:spLocks noGrp="1"/>
          </p:cNvSpPr>
          <p:nvPr>
            <p:ph type="subTitle" idx="13"/>
          </p:nvPr>
        </p:nvSpPr>
        <p:spPr bwMode="gray">
          <a:xfrm>
            <a:off x="981949" y="1138299"/>
            <a:ext cx="10799866" cy="252000"/>
          </a:xfrm>
        </p:spPr>
        <p:txBody>
          <a:bodyPr anchor="t"/>
          <a:lstStyle>
            <a:lvl1pPr marL="0" indent="0" algn="l">
              <a:buNone/>
              <a:defRPr sz="1800">
                <a:solidFill>
                  <a:schemeClr val="accent1"/>
                </a:solidFill>
              </a:defRPr>
            </a:lvl1pPr>
            <a:lvl2pPr marL="0" indent="0" algn="l">
              <a:buNone/>
              <a:defRPr sz="1800">
                <a:solidFill>
                  <a:schemeClr val="accent1"/>
                </a:solidFill>
              </a:defRPr>
            </a:lvl2pPr>
            <a:lvl3pPr marL="0" indent="0" algn="l">
              <a:buNone/>
              <a:defRPr sz="1800">
                <a:solidFill>
                  <a:schemeClr val="accent1"/>
                </a:solidFill>
              </a:defRPr>
            </a:lvl3pPr>
            <a:lvl4pPr marL="0" indent="0" algn="l">
              <a:buNone/>
              <a:defRPr sz="1800">
                <a:solidFill>
                  <a:schemeClr val="accent1"/>
                </a:solidFill>
              </a:defRPr>
            </a:lvl4pPr>
            <a:lvl5pPr marL="0" indent="0" algn="l">
              <a:buNone/>
              <a:defRPr sz="1800">
                <a:solidFill>
                  <a:schemeClr val="accent1"/>
                </a:solidFill>
              </a:defRPr>
            </a:lvl5pPr>
            <a:lvl6pPr marL="0" indent="0" algn="l">
              <a:buNone/>
              <a:defRPr sz="1800">
                <a:solidFill>
                  <a:schemeClr val="accent1"/>
                </a:solidFill>
              </a:defRPr>
            </a:lvl6pPr>
            <a:lvl7pPr marL="0" indent="0" algn="l">
              <a:buNone/>
              <a:defRPr sz="1800">
                <a:solidFill>
                  <a:schemeClr val="accent1"/>
                </a:solidFill>
              </a:defRPr>
            </a:lvl7pPr>
            <a:lvl8pPr marL="0" indent="0" algn="l">
              <a:buNone/>
              <a:defRPr sz="1800">
                <a:solidFill>
                  <a:schemeClr val="accent1"/>
                </a:solidFill>
              </a:defRPr>
            </a:lvl8pPr>
            <a:lvl9pPr marL="0" indent="0" algn="l">
              <a:buNone/>
              <a:defRPr sz="1800">
                <a:solidFill>
                  <a:schemeClr val="accent1"/>
                </a:solidFill>
              </a:defRPr>
            </a:lvl9pPr>
          </a:lstStyle>
          <a:p>
            <a:pPr lvl="0"/>
            <a:r>
              <a:rPr lang="en-US"/>
              <a:t>Click to edit Master subtitle style</a:t>
            </a:r>
          </a:p>
        </p:txBody>
      </p:sp>
      <p:sp>
        <p:nvSpPr>
          <p:cNvPr id="2" name="Title 1"/>
          <p:cNvSpPr>
            <a:spLocks noGrp="1"/>
          </p:cNvSpPr>
          <p:nvPr>
            <p:ph type="title"/>
          </p:nvPr>
        </p:nvSpPr>
        <p:spPr bwMode="gray">
          <a:xfrm>
            <a:off x="981949" y="181938"/>
            <a:ext cx="10799866" cy="864000"/>
          </a:xfrm>
        </p:spPr>
        <p:txBody>
          <a:bodyPr/>
          <a:lstStyle/>
          <a:p>
            <a:r>
              <a:rPr lang="en-US"/>
              <a:t>Click to edit Master title style</a:t>
            </a:r>
          </a:p>
        </p:txBody>
      </p:sp>
      <p:sp>
        <p:nvSpPr>
          <p:cNvPr id="4" name="Date Placeholder 3"/>
          <p:cNvSpPr>
            <a:spLocks noGrp="1"/>
          </p:cNvSpPr>
          <p:nvPr>
            <p:ph type="dt" sz="half" idx="10"/>
          </p:nvPr>
        </p:nvSpPr>
        <p:spPr bwMode="gray"/>
        <p:txBody>
          <a:bodyPr/>
          <a:lstStyle/>
          <a:p>
            <a:fld id="{652A3E76-57E0-4C14-B2D1-F81636436D73}" type="datetime1">
              <a:rPr lang="en-US" smtClean="0"/>
              <a:t>10/29/2026</a:t>
            </a:fld>
            <a:endParaRPr lang="en-US"/>
          </a:p>
        </p:txBody>
      </p:sp>
      <p:sp>
        <p:nvSpPr>
          <p:cNvPr id="5" name="Footer Placeholder 4"/>
          <p:cNvSpPr>
            <a:spLocks noGrp="1"/>
          </p:cNvSpPr>
          <p:nvPr>
            <p:ph type="ftr" sz="quarter" idx="11"/>
          </p:nvPr>
        </p:nvSpPr>
        <p:spPr bwMode="gray"/>
        <p:txBody>
          <a:bodyPr/>
          <a:lstStyle/>
          <a:p>
            <a:r>
              <a:rPr lang="en-US"/>
              <a:t>Restricted</a:t>
            </a:r>
          </a:p>
        </p:txBody>
      </p:sp>
      <p:sp>
        <p:nvSpPr>
          <p:cNvPr id="6" name="Slide Number Placeholder 5"/>
          <p:cNvSpPr>
            <a:spLocks noGrp="1"/>
          </p:cNvSpPr>
          <p:nvPr>
            <p:ph type="sldNum" sz="quarter" idx="12"/>
          </p:nvPr>
        </p:nvSpPr>
        <p:spPr bwMode="gray"/>
        <p:txBody>
          <a:bodyPr/>
          <a:lstStyle/>
          <a:p>
            <a:fld id="{A40963A9-C631-4C9D-836C-AA30C9A2093D}" type="slidenum">
              <a:rPr lang="en-US" smtClean="0"/>
              <a:t>‹#›</a:t>
            </a:fld>
            <a:endParaRPr lang="en-US"/>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gray">
          <a:xfrm>
            <a:off x="196130" y="617155"/>
            <a:ext cx="399652" cy="39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46317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0914E2F-641E-B6D7-5947-AC50D989B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s-CO"/>
          </a:p>
        </p:txBody>
      </p:sp>
      <p:sp>
        <p:nvSpPr>
          <p:cNvPr id="3" name="Marcador de texto 2">
            <a:extLst>
              <a:ext uri="{FF2B5EF4-FFF2-40B4-BE49-F238E27FC236}">
                <a16:creationId xmlns:a16="http://schemas.microsoft.com/office/drawing/2014/main" id="{808F3EF8-9FF9-63AD-124F-CF6B57D96D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fecha 3">
            <a:extLst>
              <a:ext uri="{FF2B5EF4-FFF2-40B4-BE49-F238E27FC236}">
                <a16:creationId xmlns:a16="http://schemas.microsoft.com/office/drawing/2014/main" id="{A3994B34-D03B-09DF-1065-E38C37308FB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C734F37-2617-DD46-AA94-6E6D6F7F1B32}" type="datetimeFigureOut">
              <a:rPr lang="es-CO" smtClean="0"/>
              <a:t>29/10/2026</a:t>
            </a:fld>
            <a:endParaRPr lang="es-CO"/>
          </a:p>
        </p:txBody>
      </p:sp>
      <p:sp>
        <p:nvSpPr>
          <p:cNvPr id="5" name="Marcador de pie de página 4">
            <a:extLst>
              <a:ext uri="{FF2B5EF4-FFF2-40B4-BE49-F238E27FC236}">
                <a16:creationId xmlns:a16="http://schemas.microsoft.com/office/drawing/2014/main" id="{83375CFC-461F-81EA-8030-FAEEDEC3BF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CDEFE0D5-4368-D06E-32BA-07CCE8263EE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C60C78-3927-B643-B5DB-00526262D8FB}" type="slidenum">
              <a:rPr lang="es-CO" smtClean="0"/>
              <a:t>‹#›</a:t>
            </a:fld>
            <a:endParaRPr lang="es-CO"/>
          </a:p>
        </p:txBody>
      </p:sp>
      <p:sp>
        <p:nvSpPr>
          <p:cNvPr id="8" name="CaixaDeTexto 7">
            <a:extLst>
              <a:ext uri="{FF2B5EF4-FFF2-40B4-BE49-F238E27FC236}">
                <a16:creationId xmlns:a16="http://schemas.microsoft.com/office/drawing/2014/main" id="{B4910720-AF16-05DA-A0CE-1FC002F82A41}"/>
              </a:ext>
            </a:extLst>
          </p:cNvPr>
          <p:cNvSpPr txBox="1"/>
          <p:nvPr>
            <p:extLst>
              <p:ext uri="{1162E1C5-73C7-4A58-AE30-91384D911F3F}">
                <p184:classification xmlns:p184="http://schemas.microsoft.com/office/powerpoint/2018/4/main" val="ftr"/>
              </p:ext>
            </p:extLst>
          </p:nvPr>
        </p:nvSpPr>
        <p:spPr>
          <a:xfrm>
            <a:off x="10821988" y="6522720"/>
            <a:ext cx="1433512" cy="335280"/>
          </a:xfrm>
          <a:prstGeom prst="rect">
            <a:avLst/>
          </a:prstGeom>
        </p:spPr>
        <p:txBody>
          <a:bodyPr horzOverflow="overflow" lIns="0" tIns="0" rIns="0" bIns="0">
            <a:spAutoFit/>
          </a:bodyPr>
          <a:lstStyle/>
          <a:p>
            <a:pPr algn="l"/>
            <a:r>
              <a:rPr lang="pt-BR" sz="2200">
                <a:solidFill>
                  <a:srgbClr val="FF8939"/>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13864965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9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jpeg"/><Relationship Id="rId13" Type="http://schemas.openxmlformats.org/officeDocument/2006/relationships/image" Target="../media/image7.png"/><Relationship Id="rId18" Type="http://schemas.openxmlformats.org/officeDocument/2006/relationships/hyperlink" Target="https://github.com/ederdbs" TargetMode="External"/><Relationship Id="rId3" Type="http://schemas.openxmlformats.org/officeDocument/2006/relationships/diagramData" Target="../diagrams/data1.xml"/><Relationship Id="rId21" Type="http://schemas.openxmlformats.org/officeDocument/2006/relationships/hyperlink" Target="mailto:ederdbs@gmail.com" TargetMode="External"/><Relationship Id="rId7" Type="http://schemas.microsoft.com/office/2007/relationships/diagramDrawing" Target="../diagrams/drawing1.xml"/><Relationship Id="rId12" Type="http://schemas.openxmlformats.org/officeDocument/2006/relationships/image" Target="../media/image6.png"/><Relationship Id="rId17" Type="http://schemas.openxmlformats.org/officeDocument/2006/relationships/image" Target="../media/image11.png"/><Relationship Id="rId2" Type="http://schemas.openxmlformats.org/officeDocument/2006/relationships/notesSlide" Target="../notesSlides/notesSlide1.xml"/><Relationship Id="rId16" Type="http://schemas.openxmlformats.org/officeDocument/2006/relationships/image" Target="../media/image10.png"/><Relationship Id="rId20" Type="http://schemas.openxmlformats.org/officeDocument/2006/relationships/hyperlink" Target="https://orcid.org/0000-0001-7121-0759" TargetMode="External"/><Relationship Id="rId1" Type="http://schemas.openxmlformats.org/officeDocument/2006/relationships/slideLayout" Target="../slideLayouts/slideLayout12.xml"/><Relationship Id="rId6" Type="http://schemas.openxmlformats.org/officeDocument/2006/relationships/diagramColors" Target="../diagrams/colors1.xml"/><Relationship Id="rId11" Type="http://schemas.openxmlformats.org/officeDocument/2006/relationships/image" Target="../media/image5.png"/><Relationship Id="rId5" Type="http://schemas.openxmlformats.org/officeDocument/2006/relationships/diagramQuickStyle" Target="../diagrams/quickStyle1.xml"/><Relationship Id="rId15" Type="http://schemas.openxmlformats.org/officeDocument/2006/relationships/image" Target="../media/image9.jpeg"/><Relationship Id="rId10" Type="http://schemas.openxmlformats.org/officeDocument/2006/relationships/image" Target="../media/image4.jpeg"/><Relationship Id="rId19" Type="http://schemas.openxmlformats.org/officeDocument/2006/relationships/hyperlink" Target="https://www.linkedin.com/in/ederdbs/" TargetMode="External"/><Relationship Id="rId4" Type="http://schemas.openxmlformats.org/officeDocument/2006/relationships/diagramLayout" Target="../diagrams/layout1.xml"/><Relationship Id="rId9" Type="http://schemas.openxmlformats.org/officeDocument/2006/relationships/image" Target="../media/image3.png"/><Relationship Id="rId14" Type="http://schemas.openxmlformats.org/officeDocument/2006/relationships/image" Target="../media/image8.jpeg"/><Relationship Id="rId22" Type="http://schemas.openxmlformats.org/officeDocument/2006/relationships/hyperlink" Target="mailto:eder.silva@bay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extBox 27">
            <a:extLst>
              <a:ext uri="{FF2B5EF4-FFF2-40B4-BE49-F238E27FC236}">
                <a16:creationId xmlns:a16="http://schemas.microsoft.com/office/drawing/2014/main" id="{9BA6223B-4C9D-20BE-BADC-3D850B84A479}"/>
              </a:ext>
            </a:extLst>
          </p:cNvPr>
          <p:cNvSpPr txBox="1"/>
          <p:nvPr/>
        </p:nvSpPr>
        <p:spPr>
          <a:xfrm>
            <a:off x="0" y="503853"/>
            <a:ext cx="662473" cy="858416"/>
          </a:xfrm>
          <a:prstGeom prst="rect">
            <a:avLst/>
          </a:prstGeom>
          <a:solidFill>
            <a:schemeClr val="bg1"/>
          </a:solidFill>
        </p:spPr>
        <p:txBody>
          <a:bodyPr wrap="square" rtlCol="0">
            <a:spAutoFit/>
          </a:bodyPr>
          <a:lstStyle/>
          <a:p>
            <a:endParaRPr lang="en-US" noProof="0"/>
          </a:p>
        </p:txBody>
      </p:sp>
      <p:sp>
        <p:nvSpPr>
          <p:cNvPr id="7" name="Rectangle 2">
            <a:extLst>
              <a:ext uri="{FF2B5EF4-FFF2-40B4-BE49-F238E27FC236}">
                <a16:creationId xmlns:a16="http://schemas.microsoft.com/office/drawing/2014/main" id="{A4758F0E-4F39-4AB8-8E60-6409AC708787}"/>
              </a:ext>
            </a:extLst>
          </p:cNvPr>
          <p:cNvSpPr>
            <a:spLocks noChangeArrowheads="1"/>
          </p:cNvSpPr>
          <p:nvPr/>
        </p:nvSpPr>
        <p:spPr bwMode="auto">
          <a:xfrm>
            <a:off x="5190308" y="30129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noProof="0"/>
          </a:p>
        </p:txBody>
      </p:sp>
      <p:sp>
        <p:nvSpPr>
          <p:cNvPr id="21" name="Title 1">
            <a:extLst>
              <a:ext uri="{FF2B5EF4-FFF2-40B4-BE49-F238E27FC236}">
                <a16:creationId xmlns:a16="http://schemas.microsoft.com/office/drawing/2014/main" id="{7B94F428-F75F-AB73-D249-537BF6B8A10B}"/>
              </a:ext>
            </a:extLst>
          </p:cNvPr>
          <p:cNvSpPr>
            <a:spLocks noGrp="1"/>
          </p:cNvSpPr>
          <p:nvPr>
            <p:ph type="title"/>
          </p:nvPr>
        </p:nvSpPr>
        <p:spPr>
          <a:xfrm>
            <a:off x="1860356" y="335629"/>
            <a:ext cx="5200882" cy="1276592"/>
          </a:xfrm>
        </p:spPr>
        <p:txBody>
          <a:bodyPr>
            <a:noAutofit/>
          </a:bodyPr>
          <a:lstStyle/>
          <a:p>
            <a:r>
              <a:rPr lang="en-US" sz="2200" b="1" noProof="0" dirty="0"/>
              <a:t>Éder David Borges da Silva, PhD</a:t>
            </a:r>
            <a:br>
              <a:rPr lang="en-US" sz="2200" b="1" noProof="0" dirty="0"/>
            </a:br>
            <a:r>
              <a:rPr lang="en-US" sz="1800" b="1" noProof="0" dirty="0"/>
              <a:t>Plant breeding </a:t>
            </a:r>
            <a:br>
              <a:rPr lang="en-US" sz="1800" b="1" noProof="0" dirty="0"/>
            </a:br>
            <a:r>
              <a:rPr lang="en-US" sz="1800" b="1" noProof="0" dirty="0"/>
              <a:t>Quantitative Genetics</a:t>
            </a:r>
            <a:br>
              <a:rPr lang="en-US" sz="1800" b="1" noProof="0" dirty="0"/>
            </a:br>
            <a:r>
              <a:rPr lang="en-US" sz="1800" b="1" noProof="0" dirty="0"/>
              <a:t>Data Sciences</a:t>
            </a:r>
            <a:endParaRPr lang="en-US" sz="2200" b="1" noProof="0" dirty="0"/>
          </a:p>
        </p:txBody>
      </p:sp>
      <p:graphicFrame>
        <p:nvGraphicFramePr>
          <p:cNvPr id="22" name="Content Placeholder 2" descr="timeline">
            <a:extLst>
              <a:ext uri="{FF2B5EF4-FFF2-40B4-BE49-F238E27FC236}">
                <a16:creationId xmlns:a16="http://schemas.microsoft.com/office/drawing/2014/main" id="{28387669-899E-8FAE-1F03-51643A74F6AA}"/>
              </a:ext>
            </a:extLst>
          </p:cNvPr>
          <p:cNvGraphicFramePr>
            <a:graphicFrameLocks/>
          </p:cNvGraphicFramePr>
          <p:nvPr>
            <p:extLst>
              <p:ext uri="{D42A27DB-BD31-4B8C-83A1-F6EECF244321}">
                <p14:modId xmlns:p14="http://schemas.microsoft.com/office/powerpoint/2010/main" val="3710114000"/>
              </p:ext>
            </p:extLst>
          </p:nvPr>
        </p:nvGraphicFramePr>
        <p:xfrm>
          <a:off x="-163597" y="2245856"/>
          <a:ext cx="12192000" cy="362507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7" name="Picture 26" descr="A person with a beard&#10;&#10;AI-generated content may be incorrect.">
            <a:extLst>
              <a:ext uri="{FF2B5EF4-FFF2-40B4-BE49-F238E27FC236}">
                <a16:creationId xmlns:a16="http://schemas.microsoft.com/office/drawing/2014/main" id="{5862F42E-2B7C-9201-9FE8-4A2F74648A6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166812" y="335629"/>
            <a:ext cx="1576873" cy="1910227"/>
          </a:xfrm>
          <a:prstGeom prst="rect">
            <a:avLst/>
          </a:prstGeom>
        </p:spPr>
      </p:pic>
      <p:pic>
        <p:nvPicPr>
          <p:cNvPr id="3074" name="Picture 2" descr="Federal University of Paraná - Wikipedia">
            <a:extLst>
              <a:ext uri="{FF2B5EF4-FFF2-40B4-BE49-F238E27FC236}">
                <a16:creationId xmlns:a16="http://schemas.microsoft.com/office/drawing/2014/main" id="{CCBAB2BD-F142-9E0A-3A12-844DBC400A40}"/>
              </a:ext>
            </a:extLst>
          </p:cNvPr>
          <p:cNvPicPr>
            <a:picLocks noChangeAspect="1" noChangeArrowheads="1"/>
          </p:cNvPicPr>
          <p:nvPr/>
        </p:nvPicPr>
        <p:blipFill>
          <a:blip r:embed="rId9" cstate="screen">
            <a:extLst>
              <a:ext uri="{28A0092B-C50C-407E-A947-70E740481C1C}">
                <a14:useLocalDpi xmlns:a14="http://schemas.microsoft.com/office/drawing/2010/main"/>
              </a:ext>
            </a:extLst>
          </a:blip>
          <a:srcRect/>
          <a:stretch>
            <a:fillRect/>
          </a:stretch>
        </p:blipFill>
        <p:spPr bwMode="auto">
          <a:xfrm>
            <a:off x="599118" y="2598978"/>
            <a:ext cx="863922" cy="647107"/>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UFSM está com inscrições abertas para o Vestibular 2017/IV EaD de Pedagogia">
            <a:extLst>
              <a:ext uri="{FF2B5EF4-FFF2-40B4-BE49-F238E27FC236}">
                <a16:creationId xmlns:a16="http://schemas.microsoft.com/office/drawing/2014/main" id="{7283CD44-1CAC-D222-F26F-CFBCC4A7B499}"/>
              </a:ext>
            </a:extLst>
          </p:cNvPr>
          <p:cNvPicPr>
            <a:picLocks noChangeAspect="1" noChangeArrowheads="1"/>
          </p:cNvPicPr>
          <p:nvPr/>
        </p:nvPicPr>
        <p:blipFill rotWithShape="1">
          <a:blip r:embed="rId10" cstate="screen">
            <a:extLst>
              <a:ext uri="{28A0092B-C50C-407E-A947-70E740481C1C}">
                <a14:useLocalDpi xmlns:a14="http://schemas.microsoft.com/office/drawing/2010/main"/>
              </a:ext>
            </a:extLst>
          </a:blip>
          <a:srcRect/>
          <a:stretch>
            <a:fillRect/>
          </a:stretch>
        </p:blipFill>
        <p:spPr bwMode="auto">
          <a:xfrm>
            <a:off x="4460797" y="5360844"/>
            <a:ext cx="1397353" cy="510091"/>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Unicentro passa a integrar o Comitê ...">
            <a:extLst>
              <a:ext uri="{FF2B5EF4-FFF2-40B4-BE49-F238E27FC236}">
                <a16:creationId xmlns:a16="http://schemas.microsoft.com/office/drawing/2014/main" id="{F354E75E-DE03-1205-466F-AE646449C7C5}"/>
              </a:ext>
            </a:extLst>
          </p:cNvPr>
          <p:cNvPicPr>
            <a:picLocks noChangeAspect="1" noChangeArrowheads="1"/>
          </p:cNvPicPr>
          <p:nvPr/>
        </p:nvPicPr>
        <p:blipFill>
          <a:blip r:embed="rId11" cstate="screen">
            <a:extLst>
              <a:ext uri="{28A0092B-C50C-407E-A947-70E740481C1C}">
                <a14:useLocalDpi xmlns:a14="http://schemas.microsoft.com/office/drawing/2010/main"/>
              </a:ext>
            </a:extLst>
          </a:blip>
          <a:srcRect/>
          <a:stretch>
            <a:fillRect/>
          </a:stretch>
        </p:blipFill>
        <p:spPr bwMode="auto">
          <a:xfrm>
            <a:off x="7682041" y="5390446"/>
            <a:ext cx="678187" cy="614966"/>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Agro Bayer ...">
            <a:extLst>
              <a:ext uri="{FF2B5EF4-FFF2-40B4-BE49-F238E27FC236}">
                <a16:creationId xmlns:a16="http://schemas.microsoft.com/office/drawing/2014/main" id="{3632C160-1CA7-4496-EC8C-1BB5878CC28C}"/>
              </a:ext>
            </a:extLst>
          </p:cNvPr>
          <p:cNvPicPr>
            <a:picLocks noChangeAspect="1" noChangeArrowheads="1"/>
          </p:cNvPicPr>
          <p:nvPr/>
        </p:nvPicPr>
        <p:blipFill>
          <a:blip r:embed="rId12" cstate="screen">
            <a:extLst>
              <a:ext uri="{28A0092B-C50C-407E-A947-70E740481C1C}">
                <a14:useLocalDpi xmlns:a14="http://schemas.microsoft.com/office/drawing/2010/main"/>
              </a:ext>
            </a:extLst>
          </a:blip>
          <a:srcRect/>
          <a:stretch>
            <a:fillRect/>
          </a:stretch>
        </p:blipFill>
        <p:spPr bwMode="auto">
          <a:xfrm>
            <a:off x="10589940" y="3042392"/>
            <a:ext cx="696368" cy="696368"/>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Corteva Agriscience internal s - Apps ...">
            <a:extLst>
              <a:ext uri="{FF2B5EF4-FFF2-40B4-BE49-F238E27FC236}">
                <a16:creationId xmlns:a16="http://schemas.microsoft.com/office/drawing/2014/main" id="{EBA774D5-062C-B26B-1751-E2315DD8C58D}"/>
              </a:ext>
            </a:extLst>
          </p:cNvPr>
          <p:cNvPicPr>
            <a:picLocks noChangeAspect="1" noChangeArrowheads="1"/>
          </p:cNvPicPr>
          <p:nvPr/>
        </p:nvPicPr>
        <p:blipFill>
          <a:blip r:embed="rId13" cstate="screen">
            <a:extLst>
              <a:ext uri="{28A0092B-C50C-407E-A947-70E740481C1C}">
                <a14:useLocalDpi xmlns:a14="http://schemas.microsoft.com/office/drawing/2010/main"/>
              </a:ext>
            </a:extLst>
          </a:blip>
          <a:srcRect/>
          <a:stretch>
            <a:fillRect/>
          </a:stretch>
        </p:blipFill>
        <p:spPr bwMode="auto">
          <a:xfrm>
            <a:off x="1938229" y="5087760"/>
            <a:ext cx="783175" cy="783175"/>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Sweet corn | Veggycation">
            <a:extLst>
              <a:ext uri="{FF2B5EF4-FFF2-40B4-BE49-F238E27FC236}">
                <a16:creationId xmlns:a16="http://schemas.microsoft.com/office/drawing/2014/main" id="{15913ABA-9253-F8F0-745A-2C336B3CD5FB}"/>
              </a:ext>
            </a:extLst>
          </p:cNvPr>
          <p:cNvPicPr>
            <a:picLocks noChangeAspect="1" noChangeArrowheads="1"/>
          </p:cNvPicPr>
          <p:nvPr/>
        </p:nvPicPr>
        <p:blipFill rotWithShape="1">
          <a:blip r:embed="rId14" cstate="screen">
            <a:extLst>
              <a:ext uri="{28A0092B-C50C-407E-A947-70E740481C1C}">
                <a14:useLocalDpi xmlns:a14="http://schemas.microsoft.com/office/drawing/2010/main"/>
              </a:ext>
            </a:extLst>
          </a:blip>
          <a:srcRect/>
          <a:stretch>
            <a:fillRect/>
          </a:stretch>
        </p:blipFill>
        <p:spPr bwMode="auto">
          <a:xfrm>
            <a:off x="10975505" y="5390446"/>
            <a:ext cx="875861" cy="589513"/>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descr="Fresh Whole Sweet Onion, Each - Walmart.com">
            <a:extLst>
              <a:ext uri="{FF2B5EF4-FFF2-40B4-BE49-F238E27FC236}">
                <a16:creationId xmlns:a16="http://schemas.microsoft.com/office/drawing/2014/main" id="{740B58E5-2FD2-1329-3F09-E8BFCE5E6321}"/>
              </a:ext>
            </a:extLst>
          </p:cNvPr>
          <p:cNvPicPr>
            <a:picLocks noChangeAspect="1" noChangeArrowheads="1"/>
          </p:cNvPicPr>
          <p:nvPr/>
        </p:nvPicPr>
        <p:blipFill>
          <a:blip r:embed="rId15" cstate="screen">
            <a:extLst>
              <a:ext uri="{28A0092B-C50C-407E-A947-70E740481C1C}">
                <a14:useLocalDpi xmlns:a14="http://schemas.microsoft.com/office/drawing/2010/main"/>
              </a:ext>
            </a:extLst>
          </a:blip>
          <a:srcRect/>
          <a:stretch>
            <a:fillRect/>
          </a:stretch>
        </p:blipFill>
        <p:spPr bwMode="auto">
          <a:xfrm>
            <a:off x="10072893" y="5335141"/>
            <a:ext cx="725576" cy="725576"/>
          </a:xfrm>
          <a:prstGeom prst="rect">
            <a:avLst/>
          </a:prstGeom>
          <a:noFill/>
          <a:extLst>
            <a:ext uri="{909E8E84-426E-40DD-AFC4-6F175D3DCCD1}">
              <a14:hiddenFill xmlns:a14="http://schemas.microsoft.com/office/drawing/2010/main">
                <a:solidFill>
                  <a:srgbClr val="FFFFFF"/>
                </a:solidFill>
              </a14:hiddenFill>
            </a:ext>
          </a:extLst>
        </p:spPr>
      </p:pic>
      <p:pic>
        <p:nvPicPr>
          <p:cNvPr id="3088" name="Picture 16" descr="Nutrien">
            <a:extLst>
              <a:ext uri="{FF2B5EF4-FFF2-40B4-BE49-F238E27FC236}">
                <a16:creationId xmlns:a16="http://schemas.microsoft.com/office/drawing/2014/main" id="{EC04928C-532D-82C8-51A6-FACFB189E8DF}"/>
              </a:ext>
            </a:extLst>
          </p:cNvPr>
          <p:cNvPicPr>
            <a:picLocks noChangeAspect="1" noChangeArrowheads="1"/>
          </p:cNvPicPr>
          <p:nvPr/>
        </p:nvPicPr>
        <p:blipFill rotWithShape="1">
          <a:blip r:embed="rId16" cstate="screen">
            <a:extLst>
              <a:ext uri="{28A0092B-C50C-407E-A947-70E740481C1C}">
                <a14:useLocalDpi xmlns:a14="http://schemas.microsoft.com/office/drawing/2010/main"/>
              </a:ext>
            </a:extLst>
          </a:blip>
          <a:srcRect t="20713" b="15386"/>
          <a:stretch>
            <a:fillRect/>
          </a:stretch>
        </p:blipFill>
        <p:spPr bwMode="auto">
          <a:xfrm>
            <a:off x="8546840" y="2539482"/>
            <a:ext cx="1047734" cy="384518"/>
          </a:xfrm>
          <a:prstGeom prst="rect">
            <a:avLst/>
          </a:prstGeom>
          <a:noFill/>
          <a:extLst>
            <a:ext uri="{909E8E84-426E-40DD-AFC4-6F175D3DCCD1}">
              <a14:hiddenFill xmlns:a14="http://schemas.microsoft.com/office/drawing/2010/main">
                <a:solidFill>
                  <a:srgbClr val="FFFFFF"/>
                </a:solidFill>
              </a14:hiddenFill>
            </a:ext>
          </a:extLst>
        </p:spPr>
      </p:pic>
      <p:pic>
        <p:nvPicPr>
          <p:cNvPr id="3090" name="Picture 18">
            <a:extLst>
              <a:ext uri="{FF2B5EF4-FFF2-40B4-BE49-F238E27FC236}">
                <a16:creationId xmlns:a16="http://schemas.microsoft.com/office/drawing/2014/main" id="{B6F656DC-832A-5B46-58FE-6C5849741510}"/>
              </a:ext>
            </a:extLst>
          </p:cNvPr>
          <p:cNvPicPr>
            <a:picLocks noChangeAspect="1" noChangeArrowheads="1"/>
          </p:cNvPicPr>
          <p:nvPr/>
        </p:nvPicPr>
        <p:blipFill>
          <a:blip r:embed="rId17" cstate="screen">
            <a:extLst>
              <a:ext uri="{28A0092B-C50C-407E-A947-70E740481C1C}">
                <a14:useLocalDpi xmlns:a14="http://schemas.microsoft.com/office/drawing/2010/main"/>
              </a:ext>
            </a:extLst>
          </a:blip>
          <a:srcRect/>
          <a:stretch>
            <a:fillRect/>
          </a:stretch>
        </p:blipFill>
        <p:spPr bwMode="auto">
          <a:xfrm>
            <a:off x="1938229" y="1526234"/>
            <a:ext cx="756914" cy="52984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61FCB71-833B-AE7F-5132-230251B232C5}"/>
              </a:ext>
            </a:extLst>
          </p:cNvPr>
          <p:cNvSpPr txBox="1"/>
          <p:nvPr/>
        </p:nvSpPr>
        <p:spPr>
          <a:xfrm>
            <a:off x="7370618" y="744375"/>
            <a:ext cx="3315855" cy="646331"/>
          </a:xfrm>
          <a:prstGeom prst="rect">
            <a:avLst/>
          </a:prstGeom>
          <a:noFill/>
        </p:spPr>
        <p:txBody>
          <a:bodyPr wrap="square">
            <a:spAutoFit/>
          </a:bodyPr>
          <a:lstStyle/>
          <a:p>
            <a:r>
              <a:rPr lang="en-US" dirty="0">
                <a:hlinkClick r:id="rId18"/>
              </a:rPr>
              <a:t>https://github.com/ederdbs</a:t>
            </a:r>
            <a:endParaRPr lang="en-US" dirty="0"/>
          </a:p>
          <a:p>
            <a:endParaRPr lang="en-US" dirty="0"/>
          </a:p>
        </p:txBody>
      </p:sp>
      <p:sp>
        <p:nvSpPr>
          <p:cNvPr id="5" name="TextBox 4">
            <a:extLst>
              <a:ext uri="{FF2B5EF4-FFF2-40B4-BE49-F238E27FC236}">
                <a16:creationId xmlns:a16="http://schemas.microsoft.com/office/drawing/2014/main" id="{45935CC1-F070-6C63-18A0-0F529747B649}"/>
              </a:ext>
            </a:extLst>
          </p:cNvPr>
          <p:cNvSpPr txBox="1"/>
          <p:nvPr/>
        </p:nvSpPr>
        <p:spPr>
          <a:xfrm>
            <a:off x="7370618" y="335629"/>
            <a:ext cx="4553527" cy="923330"/>
          </a:xfrm>
          <a:prstGeom prst="rect">
            <a:avLst/>
          </a:prstGeom>
          <a:noFill/>
        </p:spPr>
        <p:txBody>
          <a:bodyPr wrap="square">
            <a:spAutoFit/>
          </a:bodyPr>
          <a:lstStyle/>
          <a:p>
            <a:r>
              <a:rPr lang="en-US" dirty="0">
                <a:hlinkClick r:id="rId19"/>
              </a:rPr>
              <a:t>https://www.linkedin.com/in/ederdbs/</a:t>
            </a:r>
            <a:endParaRPr lang="en-US" dirty="0"/>
          </a:p>
          <a:p>
            <a:endParaRPr lang="en-US" dirty="0"/>
          </a:p>
          <a:p>
            <a:endParaRPr lang="en-US" dirty="0"/>
          </a:p>
        </p:txBody>
      </p:sp>
      <p:sp>
        <p:nvSpPr>
          <p:cNvPr id="8" name="TextBox 7">
            <a:extLst>
              <a:ext uri="{FF2B5EF4-FFF2-40B4-BE49-F238E27FC236}">
                <a16:creationId xmlns:a16="http://schemas.microsoft.com/office/drawing/2014/main" id="{DE9333E7-3DE5-3E2F-C3C9-7F054430DC91}"/>
              </a:ext>
            </a:extLst>
          </p:cNvPr>
          <p:cNvSpPr txBox="1"/>
          <p:nvPr/>
        </p:nvSpPr>
        <p:spPr>
          <a:xfrm>
            <a:off x="7370618" y="1140167"/>
            <a:ext cx="6262254" cy="646331"/>
          </a:xfrm>
          <a:prstGeom prst="rect">
            <a:avLst/>
          </a:prstGeom>
          <a:noFill/>
        </p:spPr>
        <p:txBody>
          <a:bodyPr wrap="square">
            <a:spAutoFit/>
          </a:bodyPr>
          <a:lstStyle/>
          <a:p>
            <a:r>
              <a:rPr lang="en-US" dirty="0">
                <a:hlinkClick r:id="rId20"/>
              </a:rPr>
              <a:t>https://orcid.org/0000-0001-7121-0759</a:t>
            </a:r>
            <a:endParaRPr lang="en-US" dirty="0"/>
          </a:p>
          <a:p>
            <a:endParaRPr lang="en-US" dirty="0"/>
          </a:p>
        </p:txBody>
      </p:sp>
      <p:sp>
        <p:nvSpPr>
          <p:cNvPr id="10" name="TextBox 9">
            <a:extLst>
              <a:ext uri="{FF2B5EF4-FFF2-40B4-BE49-F238E27FC236}">
                <a16:creationId xmlns:a16="http://schemas.microsoft.com/office/drawing/2014/main" id="{18B584B9-0815-0156-89AF-7DC834707FEA}"/>
              </a:ext>
            </a:extLst>
          </p:cNvPr>
          <p:cNvSpPr txBox="1"/>
          <p:nvPr/>
        </p:nvSpPr>
        <p:spPr>
          <a:xfrm>
            <a:off x="7348687" y="1480732"/>
            <a:ext cx="4575458" cy="646331"/>
          </a:xfrm>
          <a:prstGeom prst="rect">
            <a:avLst/>
          </a:prstGeom>
          <a:noFill/>
        </p:spPr>
        <p:txBody>
          <a:bodyPr wrap="square">
            <a:spAutoFit/>
          </a:bodyPr>
          <a:lstStyle/>
          <a:p>
            <a:r>
              <a:rPr lang="en-US" dirty="0">
                <a:hlinkClick r:id="rId21"/>
              </a:rPr>
              <a:t>ederdbs@gmail.com</a:t>
            </a:r>
            <a:r>
              <a:rPr lang="en-US" dirty="0"/>
              <a:t> / </a:t>
            </a:r>
            <a:r>
              <a:rPr lang="en-US" dirty="0">
                <a:hlinkClick r:id="rId22"/>
              </a:rPr>
              <a:t>eder.silva@bayer.com</a:t>
            </a:r>
            <a:endParaRPr lang="en-US" dirty="0"/>
          </a:p>
          <a:p>
            <a:endParaRPr lang="en-US" dirty="0"/>
          </a:p>
        </p:txBody>
      </p:sp>
    </p:spTree>
    <p:extLst>
      <p:ext uri="{BB962C8B-B14F-4D97-AF65-F5344CB8AC3E}">
        <p14:creationId xmlns:p14="http://schemas.microsoft.com/office/powerpoint/2010/main" val="41401955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D838F9D-24FF-9587-47EE-2142A78FFC2E}"/>
              </a:ext>
            </a:extLst>
          </p:cNvPr>
          <p:cNvSpPr>
            <a:spLocks noGrp="1"/>
          </p:cNvSpPr>
          <p:nvPr>
            <p:ph type="subTitle" idx="13"/>
          </p:nvPr>
        </p:nvSpPr>
        <p:spPr/>
        <p:txBody>
          <a:bodyPr>
            <a:normAutofit fontScale="77500" lnSpcReduction="20000"/>
          </a:bodyPr>
          <a:lstStyle/>
          <a:p>
            <a:endParaRPr lang="en-US"/>
          </a:p>
        </p:txBody>
      </p:sp>
      <p:sp>
        <p:nvSpPr>
          <p:cNvPr id="3" name="Title 2">
            <a:extLst>
              <a:ext uri="{FF2B5EF4-FFF2-40B4-BE49-F238E27FC236}">
                <a16:creationId xmlns:a16="http://schemas.microsoft.com/office/drawing/2014/main" id="{0F913942-FC52-7ED6-2073-D315E213F662}"/>
              </a:ext>
            </a:extLst>
          </p:cNvPr>
          <p:cNvSpPr>
            <a:spLocks noGrp="1"/>
          </p:cNvSpPr>
          <p:nvPr>
            <p:ph type="title"/>
          </p:nvPr>
        </p:nvSpPr>
        <p:spPr/>
        <p:txBody>
          <a:bodyPr/>
          <a:lstStyle/>
          <a:p>
            <a:r>
              <a:rPr lang="pt-BR" dirty="0"/>
              <a:t>Vinicius</a:t>
            </a:r>
            <a:endParaRPr lang="en-US" dirty="0"/>
          </a:p>
        </p:txBody>
      </p:sp>
    </p:spTree>
    <p:extLst>
      <p:ext uri="{BB962C8B-B14F-4D97-AF65-F5344CB8AC3E}">
        <p14:creationId xmlns:p14="http://schemas.microsoft.com/office/powerpoint/2010/main" val="25225864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60159-6CE8-1EC5-CFEF-8C892CED0630}"/>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283037DE-876A-A764-31C6-95D492E2C8EF}"/>
              </a:ext>
            </a:extLst>
          </p:cNvPr>
          <p:cNvSpPr>
            <a:spLocks noGrp="1"/>
          </p:cNvSpPr>
          <p:nvPr>
            <p:ph type="subTitle" idx="13"/>
          </p:nvPr>
        </p:nvSpPr>
        <p:spPr/>
        <p:txBody>
          <a:bodyPr>
            <a:normAutofit fontScale="77500" lnSpcReduction="20000"/>
          </a:bodyPr>
          <a:lstStyle/>
          <a:p>
            <a:endParaRPr lang="en-US"/>
          </a:p>
        </p:txBody>
      </p:sp>
      <p:sp>
        <p:nvSpPr>
          <p:cNvPr id="3" name="Title 2">
            <a:extLst>
              <a:ext uri="{FF2B5EF4-FFF2-40B4-BE49-F238E27FC236}">
                <a16:creationId xmlns:a16="http://schemas.microsoft.com/office/drawing/2014/main" id="{6D21D0EA-E48B-9FA0-7770-0B68A3C94766}"/>
              </a:ext>
            </a:extLst>
          </p:cNvPr>
          <p:cNvSpPr>
            <a:spLocks noGrp="1"/>
          </p:cNvSpPr>
          <p:nvPr>
            <p:ph type="title"/>
          </p:nvPr>
        </p:nvSpPr>
        <p:spPr/>
        <p:txBody>
          <a:bodyPr/>
          <a:lstStyle/>
          <a:p>
            <a:r>
              <a:rPr lang="pt-BR" dirty="0"/>
              <a:t>Rodrigo </a:t>
            </a:r>
            <a:endParaRPr lang="en-US" dirty="0"/>
          </a:p>
        </p:txBody>
      </p:sp>
    </p:spTree>
    <p:extLst>
      <p:ext uri="{BB962C8B-B14F-4D97-AF65-F5344CB8AC3E}">
        <p14:creationId xmlns:p14="http://schemas.microsoft.com/office/powerpoint/2010/main" val="1906589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84D12-795A-31CE-044F-291FE3957BD5}"/>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E314B73C-E252-E043-8B08-0B5B0E375308}"/>
              </a:ext>
            </a:extLst>
          </p:cNvPr>
          <p:cNvSpPr>
            <a:spLocks noGrp="1"/>
          </p:cNvSpPr>
          <p:nvPr>
            <p:ph type="subTitle" idx="13"/>
          </p:nvPr>
        </p:nvSpPr>
        <p:spPr/>
        <p:txBody>
          <a:bodyPr>
            <a:normAutofit fontScale="77500" lnSpcReduction="20000"/>
          </a:bodyPr>
          <a:lstStyle/>
          <a:p>
            <a:endParaRPr lang="en-US"/>
          </a:p>
        </p:txBody>
      </p:sp>
      <p:sp>
        <p:nvSpPr>
          <p:cNvPr id="3" name="Title 2">
            <a:extLst>
              <a:ext uri="{FF2B5EF4-FFF2-40B4-BE49-F238E27FC236}">
                <a16:creationId xmlns:a16="http://schemas.microsoft.com/office/drawing/2014/main" id="{1BFA7F00-8044-555A-B817-9180D5BBE3C1}"/>
              </a:ext>
            </a:extLst>
          </p:cNvPr>
          <p:cNvSpPr>
            <a:spLocks noGrp="1"/>
          </p:cNvSpPr>
          <p:nvPr>
            <p:ph type="title"/>
          </p:nvPr>
        </p:nvSpPr>
        <p:spPr/>
        <p:txBody>
          <a:bodyPr/>
          <a:lstStyle/>
          <a:p>
            <a:r>
              <a:rPr lang="pt-BR" dirty="0"/>
              <a:t>Kaique </a:t>
            </a:r>
            <a:endParaRPr lang="en-US" dirty="0"/>
          </a:p>
        </p:txBody>
      </p:sp>
    </p:spTree>
    <p:extLst>
      <p:ext uri="{BB962C8B-B14F-4D97-AF65-F5344CB8AC3E}">
        <p14:creationId xmlns:p14="http://schemas.microsoft.com/office/powerpoint/2010/main" val="2714868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67615-8529-313E-CC5E-23BE83C3FB6B}"/>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0B53771A-39DC-7702-88D7-DB0D3980F538}"/>
              </a:ext>
            </a:extLst>
          </p:cNvPr>
          <p:cNvSpPr>
            <a:spLocks noGrp="1"/>
          </p:cNvSpPr>
          <p:nvPr>
            <p:ph type="subTitle" idx="13"/>
          </p:nvPr>
        </p:nvSpPr>
        <p:spPr/>
        <p:txBody>
          <a:bodyPr>
            <a:normAutofit fontScale="77500" lnSpcReduction="20000"/>
          </a:bodyPr>
          <a:lstStyle/>
          <a:p>
            <a:endParaRPr lang="en-US"/>
          </a:p>
        </p:txBody>
      </p:sp>
      <p:sp>
        <p:nvSpPr>
          <p:cNvPr id="3" name="Title 2">
            <a:extLst>
              <a:ext uri="{FF2B5EF4-FFF2-40B4-BE49-F238E27FC236}">
                <a16:creationId xmlns:a16="http://schemas.microsoft.com/office/drawing/2014/main" id="{1E0AF1AF-290B-4E0A-C7C9-747229BB8763}"/>
              </a:ext>
            </a:extLst>
          </p:cNvPr>
          <p:cNvSpPr>
            <a:spLocks noGrp="1"/>
          </p:cNvSpPr>
          <p:nvPr>
            <p:ph type="title"/>
          </p:nvPr>
        </p:nvSpPr>
        <p:spPr/>
        <p:txBody>
          <a:bodyPr>
            <a:normAutofit/>
          </a:bodyPr>
          <a:lstStyle/>
          <a:p>
            <a:r>
              <a:rPr lang="pt-BR" dirty="0"/>
              <a:t>Rafael </a:t>
            </a:r>
            <a:endParaRPr lang="en-US" dirty="0"/>
          </a:p>
        </p:txBody>
      </p:sp>
    </p:spTree>
    <p:extLst>
      <p:ext uri="{BB962C8B-B14F-4D97-AF65-F5344CB8AC3E}">
        <p14:creationId xmlns:p14="http://schemas.microsoft.com/office/powerpoint/2010/main" val="3844586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EMPOWERCHARTSPROPERTIES_A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wAAAAAAAAAEAAAACQAAAF9pZD0kLl9pZAEDAAAAAAADAAAAAQADAAAAIwAAAENvbWJpSW5kZXg9JC5OYW1lICsgJ18nICsgJC5WZXJzaW9uAQUAAAAAAAUAAAABAAU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MBAQEBAQEBAQEBAQEBAQMAAAAAAAAAAwAAAAMAAAAA/////wUAqgsAAAAAAAAAAAAAIAD///////////////8AAAD///////////////8DAAAAAgD///////8DAAAAAgD///////8DAAAAAwD///////8DAAAAAwD///////8DAAAAAwD///////8DAAAAAwD///////8DAAAAAwD///////8DAAAAAwD///////////////////////////////////////////////////////////////////////////////////////////////////////////////////////////////////////////////////////////////////////////////////////////////////////////////////////////////////////////////////////////////////////////////////////////////////////////////////////////////////////////////////////////////////////////////////////////////8BACAA////////////////AAAO////////AwAAAAQA////////////////////////////////////////////////////////////////////////////////////////////////////////////////////////////////////////////////////////////////////////////////////////////////////////////////////////////////////////////////////////////////////////////////////////////////////////////////////////////////////////////////////////////////////////////////////////////////////////////////////////////////////////////////////////////////////////////////////////////////////////////////////////AgACAP///////wUAAAACABAAC1mughhiz4lAiJICcyQCQ1cEAAAAAAADAAAAAAADAAAAAwADAAAAAAADAAAAAwADAAgA////////BQAAAAMAEAALYtgDXrjXu0m71Zb3wITk6QQAAAABAAMAAAACAAMAAAAEAAMAAAACAAMAAAAEAAMAAAAAAP///////wMAAAAAAP///////wMAAAAAAP///////wMAAAAAAP///////wMAAAAAAP///////wMAAAAAAP///////wQAAgD///////8FAAAABAAQAAuC/tz/M39cSryCmsDXLyS3BAAAAAIAAwAAAAMAAwAAAAE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8DAAMOAAAAAAAAAAAAAP/////GAMYAAAAFX2lkABAAAAAEWa6CGGLPiUCIkgJzJAJDVwNEYXRhAFMAAAAIUHJlc2VudGF0aW9uU2Nhbm5lZEZvckxpbmtlZFNoYXBlcwAAAk51bWJlckZvcm1hdFNlcGFyYXRvck1vZGUACgAAAEF1dG9tYXRpYwAAAk5hbWUAJAAAAExpbmtlZFNoYXBlUHJlc2VudGF0aW9uU2V0dGluZ3NEYXRhABBWZXJzaW9uAAAAAAAJTGFzdFdyaXRlAMTUOuqNAQAAAAEA/////4MAgwAAAAVfaWQAEAAAAARi2ANeuNe7SbvVlvfAhOTpA0RhdGEAGwAAAARMaW5rZWRTaGFwZURhdGEABQAAAAAAAk5hbWUAGQAAAExpbmtlZFNoYXBlc0RhdGFQcm9wZXJ0eQAQVmVyc2lvbgABAAAACUxhc3RXcml0ZQC01DrqjQEAAAACAP////+DAIMAAAAFX2lkABAAAAAEgv7c/zN/XEq8gprA1y8ktwNEYXRhABsAAAAETGlua2VkU2hhcGVEYXRhAAUAAAAAAAJOYW1lABkAAABMaW5rZWRTaGFwZXNEYXRhUHJvcGVydHkAEFZlcnNpb24AAAAAAAlMYXN0V3JpdGUActQ66o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BQDJCwAAAAAAAAAAAAAgAf///////////////wAAAP///////////////wUAAAACAP///////wUAAAACAP///////wUAAAADAP///////////////////////////////////////////////////////////////////////////////////////////////////////////////////////////////////////////////////////////////////////////////////////////////////////////////////////////////////////////////////////////////////////////////////////////////////////////////////////////////////////////////////////////////////////////////////////////////////////////////////////////////////////////////////////////////////////////////wEAIAH///////////////8AAA7///////8FAAAAAwD///////////////////////////////////////////////////////////////////////////////////////////////////////////////////////////////////////////////////////////////////////////////////////////////////////////////////////////////////////////////////////////////////////////////////////////////////////////////////////////////////////////////////////////////////////////////////////////////////////////////////////////////////////////////////////////////////////////////////////////////////////////////////////8CAAIBAwAAAAIA////////JQAGTGlua2VkU2hhcGVQcmVzZW50YXRpb25TZXR0aW5nc0RhdGFfMAQAAAAAAAUAAAAAAAUAAAAEAAUAAAAAAAUAAAADAAMAAwEDAAAAAwD///////8aAAZMaW5rZWRTaGFwZXNEYXRhUHJvcGVydHlfMQQAAAABAAUAAAAEAAUAAAABAAUAAAACAP///////wUAAAAAAP///////wQAAQEDAAAABAD///////8aAAZMaW5rZWRTaGFwZXNEYXRhUHJvcGVydHlfMAQAAAACAAUAAAAC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A"/>
  <p:tag name="EMPOWERCHARTSPROPERTIES_LASTWRITEDATE" val="638446285407391725"/>
  <p:tag name="EMPOWERCHARTSPROPERTIES_A_LENGTH" val="24576"/>
</p:tagLst>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1a4d292e-883c-434b-96e3-060cfff16c86" xsi:nil="true"/>
    <_dlc_ExpireDateSaved xmlns="http://schemas.microsoft.com/sharepoint/v3" xsi:nil="true"/>
    <_dlc_ExpireDate xmlns="http://schemas.microsoft.com/sharepoint/v3" xsi:nil="true"/>
    <_dlc_Exempt xmlns="http://schemas.microsoft.com/sharepoint/v3">false</_dlc_Exempt>
    <lcf76f155ced4ddcb4097134ff3c332f xmlns="9e8c98dc-1cc2-4e2b-8f63-7b59b1b0454b">
      <Terms xmlns="http://schemas.microsoft.com/office/infopath/2007/PartnerControls"/>
    </lcf76f155ced4ddcb4097134ff3c332f>
    <SharedWithUsers xmlns="a5e35b8f-00fd-4376-9624-e7ec14d1a312">
      <UserInfo>
        <DisplayName>Eder Silva</DisplayName>
        <AccountId>64</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3B35D40139D0D4AAAC34CF6040DF05D" ma:contentTypeVersion="16" ma:contentTypeDescription="Create a new document." ma:contentTypeScope="" ma:versionID="5cea01adce4ee2953623ebdb797bc0f2">
  <xsd:schema xmlns:xsd="http://www.w3.org/2001/XMLSchema" xmlns:xs="http://www.w3.org/2001/XMLSchema" xmlns:p="http://schemas.microsoft.com/office/2006/metadata/properties" xmlns:ns1="http://schemas.microsoft.com/sharepoint/v3" xmlns:ns2="1a4d292e-883c-434b-96e3-060cfff16c86" xmlns:ns3="9e8c98dc-1cc2-4e2b-8f63-7b59b1b0454b" xmlns:ns4="a5e35b8f-00fd-4376-9624-e7ec14d1a312" targetNamespace="http://schemas.microsoft.com/office/2006/metadata/properties" ma:root="true" ma:fieldsID="f2d2dfdd41677bb1404cc274f6f9b71b" ns1:_="" ns2:_="" ns3:_="" ns4:_="">
    <xsd:import namespace="http://schemas.microsoft.com/sharepoint/v3"/>
    <xsd:import namespace="1a4d292e-883c-434b-96e3-060cfff16c86"/>
    <xsd:import namespace="9e8c98dc-1cc2-4e2b-8f63-7b59b1b0454b"/>
    <xsd:import namespace="a5e35b8f-00fd-4376-9624-e7ec14d1a312"/>
    <xsd:element name="properties">
      <xsd:complexType>
        <xsd:sequence>
          <xsd:element name="documentManagement">
            <xsd:complexType>
              <xsd:all>
                <xsd:element ref="ns2:TaxCatchAll" minOccurs="0"/>
                <xsd:element ref="ns2:TaxCatchAllLabel" minOccurs="0"/>
                <xsd:element ref="ns1:_dlc_Exempt" minOccurs="0"/>
                <xsd:element ref="ns1:_dlc_ExpireDateSaved" minOccurs="0"/>
                <xsd:element ref="ns1:_dlc_ExpireDate" minOccurs="0"/>
                <xsd:element ref="ns3:MediaServiceMetadata" minOccurs="0"/>
                <xsd:element ref="ns3:MediaServiceFastMetadata" minOccurs="0"/>
                <xsd:element ref="ns3:lcf76f155ced4ddcb4097134ff3c332f" minOccurs="0"/>
                <xsd:element ref="ns3:MediaServiceDateTaken" minOccurs="0"/>
                <xsd:element ref="ns3:MediaServiceOCR" minOccurs="0"/>
                <xsd:element ref="ns3:MediaServiceGenerationTime" minOccurs="0"/>
                <xsd:element ref="ns3:MediaServiceEventHashCode" minOccurs="0"/>
                <xsd:element ref="ns4:SharedWithUsers" minOccurs="0"/>
                <xsd:element ref="ns4:SharedWithDetails"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dlc_Exempt" ma:index="10" nillable="true" ma:displayName="Exempt from Policy" ma:hidden="true" ma:internalName="_dlc_Exempt" ma:readOnly="false">
      <xsd:simpleType>
        <xsd:restriction base="dms:Unknown"/>
      </xsd:simpleType>
    </xsd:element>
    <xsd:element name="_dlc_ExpireDateSaved" ma:index="11" nillable="true" ma:displayName="Original Expiration Date" ma:hidden="true" ma:internalName="_dlc_ExpireDateSaved" ma:readOnly="false">
      <xsd:simpleType>
        <xsd:restriction base="dms:DateTime"/>
      </xsd:simpleType>
    </xsd:element>
    <xsd:element name="_dlc_ExpireDate" ma:index="12" nillable="true" ma:displayName="Expiration Date" ma:hidden="true" ma:internalName="_dlc_ExpireDate" ma:readOnly="fals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1a4d292e-883c-434b-96e3-060cfff16c86" elementFormDefault="qualified">
    <xsd:import namespace="http://schemas.microsoft.com/office/2006/documentManagement/types"/>
    <xsd:import namespace="http://schemas.microsoft.com/office/infopath/2007/PartnerControls"/>
    <xsd:element name="TaxCatchAll" ma:index="8" nillable="true" ma:displayName="Taxonomy Catch All Column" ma:hidden="true" ma:list="{5d98dc66-fdba-483f-abf9-f514abc2d1bd}" ma:internalName="TaxCatchAll" ma:showField="CatchAllData" ma:web="a5e35b8f-00fd-4376-9624-e7ec14d1a312">
      <xsd:complexType>
        <xsd:complexContent>
          <xsd:extension base="dms:MultiChoiceLookup">
            <xsd:sequence>
              <xsd:element name="Value" type="dms:Lookup" maxOccurs="unbounded" minOccurs="0" nillable="true"/>
            </xsd:sequence>
          </xsd:extension>
        </xsd:complexContent>
      </xsd:complexType>
    </xsd:element>
    <xsd:element name="TaxCatchAllLabel" ma:index="9" nillable="true" ma:displayName="Taxonomy Catch All Column1" ma:hidden="true" ma:list="{5d98dc66-fdba-483f-abf9-f514abc2d1bd}" ma:internalName="TaxCatchAllLabel" ma:readOnly="true" ma:showField="CatchAllDataLabel" ma:web="a5e35b8f-00fd-4376-9624-e7ec14d1a312">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e8c98dc-1cc2-4e2b-8f63-7b59b1b0454b" elementFormDefault="qualified">
    <xsd:import namespace="http://schemas.microsoft.com/office/2006/documentManagement/types"/>
    <xsd:import namespace="http://schemas.microsoft.com/office/infopath/2007/PartnerControls"/>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7bc43322-b630-4bac-8b27-31def233d1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5e35b8f-00fd-4376-9624-e7ec14d1a312" elementFormDefault="qualified">
    <xsd:import namespace="http://schemas.microsoft.com/office/2006/documentManagement/types"/>
    <xsd:import namespace="http://schemas.microsoft.com/office/infopath/2007/PartnerControls"/>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SharedContentType xmlns="Microsoft.SharePoint.Taxonomy.ContentTypeSync" SourceId="7bc43322-b630-4bac-8b27-31def233d1d0" ContentTypeId="0x0101" PreviousValue="false"/>
</file>

<file path=customXml/itemProps1.xml><?xml version="1.0" encoding="utf-8"?>
<ds:datastoreItem xmlns:ds="http://schemas.openxmlformats.org/officeDocument/2006/customXml" ds:itemID="{E92E76FD-DDEE-46BB-B3B6-1BA841480DE6}">
  <ds:schemaRefs>
    <ds:schemaRef ds:uri="http://schemas.microsoft.com/sharepoint/v3/contenttype/forms"/>
  </ds:schemaRefs>
</ds:datastoreItem>
</file>

<file path=customXml/itemProps2.xml><?xml version="1.0" encoding="utf-8"?>
<ds:datastoreItem xmlns:ds="http://schemas.openxmlformats.org/officeDocument/2006/customXml" ds:itemID="{F5900DEE-58B9-484F-884F-4E670F94CF32}">
  <ds:schemaRefs>
    <ds:schemaRef ds:uri="1a4d292e-883c-434b-96e3-060cfff16c86"/>
    <ds:schemaRef ds:uri="9e8c98dc-1cc2-4e2b-8f63-7b59b1b0454b"/>
    <ds:schemaRef ds:uri="a5e35b8f-00fd-4376-9624-e7ec14d1a31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E34579B-8CE0-439D-925A-1B0EE1A58DD6}">
  <ds:schemaRefs>
    <ds:schemaRef ds:uri="1a4d292e-883c-434b-96e3-060cfff16c86"/>
    <ds:schemaRef ds:uri="9e8c98dc-1cc2-4e2b-8f63-7b59b1b0454b"/>
    <ds:schemaRef ds:uri="a5e35b8f-00fd-4376-9624-e7ec14d1a31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DAFB3847-8B1B-4BFC-8251-3AD1727A1A22}">
  <ds:schemaRefs>
    <ds:schemaRef ds:uri="Microsoft.SharePoint.Taxonomy.ContentTypeSync"/>
  </ds:schemaRefs>
</ds:datastoreItem>
</file>

<file path=docProps/app.xml><?xml version="1.0" encoding="utf-8"?>
<Properties xmlns="http://schemas.openxmlformats.org/officeDocument/2006/extended-properties" xmlns:vt="http://schemas.openxmlformats.org/officeDocument/2006/docPropsVTypes">
  <Template/>
  <TotalTime>5</TotalTime>
  <Words>133</Words>
  <Application>Microsoft Office PowerPoint</Application>
  <PresentationFormat>Widescreen</PresentationFormat>
  <Paragraphs>30</Paragraphs>
  <Slides>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Calibri Light</vt:lpstr>
      <vt:lpstr>Arial</vt:lpstr>
      <vt:lpstr>Franklin Gothic Book</vt:lpstr>
      <vt:lpstr>Calibri</vt:lpstr>
      <vt:lpstr>Tema de Office</vt:lpstr>
      <vt:lpstr>Éder David Borges da Silva, PhD Plant breeding  Quantitative Genetics Data Sciences</vt:lpstr>
      <vt:lpstr>Vinicius</vt:lpstr>
      <vt:lpstr>Rodrigo </vt:lpstr>
      <vt:lpstr>Kaique </vt:lpstr>
      <vt:lpstr>Rafael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Microsoft Office User</dc:creator>
  <cp:lastModifiedBy>Eder Silva</cp:lastModifiedBy>
  <cp:revision>2</cp:revision>
  <dcterms:created xsi:type="dcterms:W3CDTF">2023-02-09T16:37:18Z</dcterms:created>
  <dcterms:modified xsi:type="dcterms:W3CDTF">2026-10-29T13:00:40Z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0x01010073B35D40139D0D4AAAC34CF6040DF05D</vt:lpwstr>
  </property>
  <property fmtid="{D5CDD505-2E9C-101B-9397-08002B2CF9AE}" pid="3" name="MSIP_Label_2c76c141-ac86-40e5-abf2-c6f60e474cee_Enabled">
    <vt:lpwstr>true</vt:lpwstr>
  </property>
  <property fmtid="{D5CDD505-2E9C-101B-9397-08002B2CF9AE}" pid="4" name="MSIP_Label_2c76c141-ac86-40e5-abf2-c6f60e474cee_SetDate">
    <vt:lpwstr>2023-02-23T16:30:33Z</vt:lpwstr>
  </property>
  <property fmtid="{D5CDD505-2E9C-101B-9397-08002B2CF9AE}" pid="5" name="MSIP_Label_2c76c141-ac86-40e5-abf2-c6f60e474cee_Method">
    <vt:lpwstr>Standard</vt:lpwstr>
  </property>
  <property fmtid="{D5CDD505-2E9C-101B-9397-08002B2CF9AE}" pid="6" name="MSIP_Label_2c76c141-ac86-40e5-abf2-c6f60e474cee_Name">
    <vt:lpwstr>2c76c141-ac86-40e5-abf2-c6f60e474cee</vt:lpwstr>
  </property>
  <property fmtid="{D5CDD505-2E9C-101B-9397-08002B2CF9AE}" pid="7" name="MSIP_Label_2c76c141-ac86-40e5-abf2-c6f60e474cee_SiteId">
    <vt:lpwstr>fcb2b37b-5da0-466b-9b83-0014b67a7c78</vt:lpwstr>
  </property>
  <property fmtid="{D5CDD505-2E9C-101B-9397-08002B2CF9AE}" pid="8" name="MSIP_Label_2c76c141-ac86-40e5-abf2-c6f60e474cee_ActionId">
    <vt:lpwstr>96c2ed0d-827a-4a9b-b519-35d99edb44fa</vt:lpwstr>
  </property>
  <property fmtid="{D5CDD505-2E9C-101B-9397-08002B2CF9AE}" pid="9" name="MSIP_Label_2c76c141-ac86-40e5-abf2-c6f60e474cee_ContentBits">
    <vt:lpwstr>2</vt:lpwstr>
  </property>
  <property fmtid="{D5CDD505-2E9C-101B-9397-08002B2CF9AE}" pid="10" name="ClassificationContentMarkingFooterLocations">
    <vt:lpwstr>Tema de Office:8</vt:lpwstr>
  </property>
  <property fmtid="{D5CDD505-2E9C-101B-9397-08002B2CF9AE}" pid="11" name="ClassificationContentMarkingFooterText">
    <vt:lpwstr>RESTRICTED</vt:lpwstr>
  </property>
  <property fmtid="{D5CDD505-2E9C-101B-9397-08002B2CF9AE}" pid="12" name="MediaServiceImageTags">
    <vt:lpwstr/>
  </property>
  <property fmtid="{D5CDD505-2E9C-101B-9397-08002B2CF9AE}" pid="13" name="xd_ProgID">
    <vt:lpwstr/>
  </property>
  <property fmtid="{D5CDD505-2E9C-101B-9397-08002B2CF9AE}" pid="14" name="c2b5fb8256bd435bb7806ac3891e195b">
    <vt:lpwstr>Short-Term|6d967203-8346-4b9c-90f8-b3828a3fa508</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DataClassBayerRetention">
    <vt:lpwstr>1;#Short-Term|6d967203-8346-4b9c-90f8-b3828a3fa508</vt:lpwstr>
  </property>
  <property fmtid="{D5CDD505-2E9C-101B-9397-08002B2CF9AE}" pid="19" name="TriggerFlowInfo">
    <vt:lpwstr/>
  </property>
  <property fmtid="{D5CDD505-2E9C-101B-9397-08002B2CF9AE}" pid="20" name="xd_Signature">
    <vt:bool>false</vt:bool>
  </property>
</Properties>
</file>