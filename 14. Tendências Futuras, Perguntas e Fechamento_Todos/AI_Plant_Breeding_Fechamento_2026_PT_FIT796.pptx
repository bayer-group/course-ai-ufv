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331" r:id="rId2"/>
    <p:sldId id="332" r:id="rId3"/>
    <p:sldId id="333" r:id="rId4"/>
    <p:sldId id="334" r:id="rId5"/>
    <p:sldId id="335" r:id="rId6"/>
    <p:sldId id="336" r:id="rId7"/>
    <p:sldId id="337" r:id="rId8"/>
    <p:sldId id="338" r:id="rId9"/>
    <p:sldId id="339" r:id="rId10"/>
    <p:sldId id="340" r:id="rId11"/>
    <p:sldId id="341" r:id="rId12"/>
    <p:sldId id="342" r:id="rId13"/>
    <p:sldId id="343" r:id="rId14"/>
    <p:sldId id="344" r:id="rId15"/>
    <p:sldId id="345" r:id="rId16"/>
    <p:sldId id="346" r:id="rId17"/>
    <p:sldId id="347" r:id="rId18"/>
    <p:sldId id="348" r:id="rId19"/>
    <p:sldId id="349" r:id="rId20"/>
    <p:sldId id="350" r:id="rId21"/>
    <p:sldId id="351" r:id="rId22"/>
    <p:sldId id="352" r:id="rId23"/>
    <p:sldId id="353" r:id="rId24"/>
    <p:sldId id="354" r:id="rId25"/>
    <p:sldId id="355" r:id="rId26"/>
    <p:sldId id="356" r:id="rId27"/>
    <p:sldId id="357"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5A2DEC-2261-48AF-B4A8-7B10B1CC645D}" v="1" dt="2026-10-27T15:45:50.8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357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er Silva" userId="9b7f41b4-798d-40cf-8f87-8e33ae7a0417" providerId="ADAL" clId="{DFF9E84E-5922-4F26-9EAD-8AB4E668133E}"/>
    <pc:docChg chg="undo custSel addSld delSld modSld sldOrd modMainMaster">
      <pc:chgData name="Eder Silva" userId="9b7f41b4-798d-40cf-8f87-8e33ae7a0417" providerId="ADAL" clId="{DFF9E84E-5922-4F26-9EAD-8AB4E668133E}" dt="2026-10-27T20:31:56.322" v="1876" actId="1076"/>
      <pc:docMkLst>
        <pc:docMk/>
      </pc:docMkLst>
      <pc:sldChg chg="del">
        <pc:chgData name="Eder Silva" userId="9b7f41b4-798d-40cf-8f87-8e33ae7a0417" providerId="ADAL" clId="{DFF9E84E-5922-4F26-9EAD-8AB4E668133E}" dt="2026-10-27T14:38:00.065" v="477" actId="2696"/>
        <pc:sldMkLst>
          <pc:docMk/>
          <pc:sldMk cId="0" sldId="256"/>
        </pc:sldMkLst>
      </pc:sldChg>
      <pc:sldChg chg="del">
        <pc:chgData name="Eder Silva" userId="9b7f41b4-798d-40cf-8f87-8e33ae7a0417" providerId="ADAL" clId="{DFF9E84E-5922-4F26-9EAD-8AB4E668133E}" dt="2026-10-27T14:38:00.067" v="478" actId="2696"/>
        <pc:sldMkLst>
          <pc:docMk/>
          <pc:sldMk cId="0" sldId="257"/>
        </pc:sldMkLst>
      </pc:sldChg>
      <pc:sldChg chg="del">
        <pc:chgData name="Eder Silva" userId="9b7f41b4-798d-40cf-8f87-8e33ae7a0417" providerId="ADAL" clId="{DFF9E84E-5922-4F26-9EAD-8AB4E668133E}" dt="2026-10-27T14:38:00.070" v="479" actId="2696"/>
        <pc:sldMkLst>
          <pc:docMk/>
          <pc:sldMk cId="0" sldId="258"/>
        </pc:sldMkLst>
      </pc:sldChg>
      <pc:sldChg chg="del">
        <pc:chgData name="Eder Silva" userId="9b7f41b4-798d-40cf-8f87-8e33ae7a0417" providerId="ADAL" clId="{DFF9E84E-5922-4F26-9EAD-8AB4E668133E}" dt="2026-10-27T14:38:00.073" v="480" actId="2696"/>
        <pc:sldMkLst>
          <pc:docMk/>
          <pc:sldMk cId="0" sldId="259"/>
        </pc:sldMkLst>
      </pc:sldChg>
      <pc:sldChg chg="del">
        <pc:chgData name="Eder Silva" userId="9b7f41b4-798d-40cf-8f87-8e33ae7a0417" providerId="ADAL" clId="{DFF9E84E-5922-4F26-9EAD-8AB4E668133E}" dt="2026-10-27T14:38:00.074" v="481" actId="2696"/>
        <pc:sldMkLst>
          <pc:docMk/>
          <pc:sldMk cId="0" sldId="260"/>
        </pc:sldMkLst>
      </pc:sldChg>
      <pc:sldChg chg="del">
        <pc:chgData name="Eder Silva" userId="9b7f41b4-798d-40cf-8f87-8e33ae7a0417" providerId="ADAL" clId="{DFF9E84E-5922-4F26-9EAD-8AB4E668133E}" dt="2026-10-27T14:38:00.076" v="482" actId="2696"/>
        <pc:sldMkLst>
          <pc:docMk/>
          <pc:sldMk cId="0" sldId="261"/>
        </pc:sldMkLst>
      </pc:sldChg>
      <pc:sldChg chg="del">
        <pc:chgData name="Eder Silva" userId="9b7f41b4-798d-40cf-8f87-8e33ae7a0417" providerId="ADAL" clId="{DFF9E84E-5922-4F26-9EAD-8AB4E668133E}" dt="2026-10-27T14:38:00.079" v="483" actId="2696"/>
        <pc:sldMkLst>
          <pc:docMk/>
          <pc:sldMk cId="0" sldId="262"/>
        </pc:sldMkLst>
      </pc:sldChg>
      <pc:sldChg chg="del">
        <pc:chgData name="Eder Silva" userId="9b7f41b4-798d-40cf-8f87-8e33ae7a0417" providerId="ADAL" clId="{DFF9E84E-5922-4F26-9EAD-8AB4E668133E}" dt="2026-10-27T14:38:00.081" v="484" actId="2696"/>
        <pc:sldMkLst>
          <pc:docMk/>
          <pc:sldMk cId="0" sldId="263"/>
        </pc:sldMkLst>
      </pc:sldChg>
      <pc:sldChg chg="del">
        <pc:chgData name="Eder Silva" userId="9b7f41b4-798d-40cf-8f87-8e33ae7a0417" providerId="ADAL" clId="{DFF9E84E-5922-4F26-9EAD-8AB4E668133E}" dt="2026-10-27T14:38:00.084" v="485" actId="2696"/>
        <pc:sldMkLst>
          <pc:docMk/>
          <pc:sldMk cId="0" sldId="264"/>
        </pc:sldMkLst>
      </pc:sldChg>
      <pc:sldChg chg="del">
        <pc:chgData name="Eder Silva" userId="9b7f41b4-798d-40cf-8f87-8e33ae7a0417" providerId="ADAL" clId="{DFF9E84E-5922-4F26-9EAD-8AB4E668133E}" dt="2026-10-27T14:38:00.086" v="486" actId="2696"/>
        <pc:sldMkLst>
          <pc:docMk/>
          <pc:sldMk cId="0" sldId="265"/>
        </pc:sldMkLst>
      </pc:sldChg>
      <pc:sldChg chg="del">
        <pc:chgData name="Eder Silva" userId="9b7f41b4-798d-40cf-8f87-8e33ae7a0417" providerId="ADAL" clId="{DFF9E84E-5922-4F26-9EAD-8AB4E668133E}" dt="2026-10-27T14:38:00.088" v="487" actId="2696"/>
        <pc:sldMkLst>
          <pc:docMk/>
          <pc:sldMk cId="0" sldId="266"/>
        </pc:sldMkLst>
      </pc:sldChg>
      <pc:sldChg chg="del">
        <pc:chgData name="Eder Silva" userId="9b7f41b4-798d-40cf-8f87-8e33ae7a0417" providerId="ADAL" clId="{DFF9E84E-5922-4F26-9EAD-8AB4E668133E}" dt="2026-10-27T14:38:00.091" v="488" actId="2696"/>
        <pc:sldMkLst>
          <pc:docMk/>
          <pc:sldMk cId="0" sldId="267"/>
        </pc:sldMkLst>
      </pc:sldChg>
      <pc:sldChg chg="del">
        <pc:chgData name="Eder Silva" userId="9b7f41b4-798d-40cf-8f87-8e33ae7a0417" providerId="ADAL" clId="{DFF9E84E-5922-4F26-9EAD-8AB4E668133E}" dt="2026-10-27T14:38:00.093" v="489" actId="2696"/>
        <pc:sldMkLst>
          <pc:docMk/>
          <pc:sldMk cId="0" sldId="268"/>
        </pc:sldMkLst>
      </pc:sldChg>
      <pc:sldChg chg="del">
        <pc:chgData name="Eder Silva" userId="9b7f41b4-798d-40cf-8f87-8e33ae7a0417" providerId="ADAL" clId="{DFF9E84E-5922-4F26-9EAD-8AB4E668133E}" dt="2026-10-27T14:38:00.095" v="490" actId="2696"/>
        <pc:sldMkLst>
          <pc:docMk/>
          <pc:sldMk cId="0" sldId="269"/>
        </pc:sldMkLst>
      </pc:sldChg>
      <pc:sldChg chg="del">
        <pc:chgData name="Eder Silva" userId="9b7f41b4-798d-40cf-8f87-8e33ae7a0417" providerId="ADAL" clId="{DFF9E84E-5922-4F26-9EAD-8AB4E668133E}" dt="2026-10-27T14:38:00.097" v="491" actId="2696"/>
        <pc:sldMkLst>
          <pc:docMk/>
          <pc:sldMk cId="0" sldId="270"/>
        </pc:sldMkLst>
      </pc:sldChg>
      <pc:sldChg chg="del">
        <pc:chgData name="Eder Silva" userId="9b7f41b4-798d-40cf-8f87-8e33ae7a0417" providerId="ADAL" clId="{DFF9E84E-5922-4F26-9EAD-8AB4E668133E}" dt="2026-10-27T14:38:00.099" v="492" actId="2696"/>
        <pc:sldMkLst>
          <pc:docMk/>
          <pc:sldMk cId="0" sldId="271"/>
        </pc:sldMkLst>
      </pc:sldChg>
      <pc:sldChg chg="del">
        <pc:chgData name="Eder Silva" userId="9b7f41b4-798d-40cf-8f87-8e33ae7a0417" providerId="ADAL" clId="{DFF9E84E-5922-4F26-9EAD-8AB4E668133E}" dt="2026-10-27T14:38:00.101" v="493" actId="2696"/>
        <pc:sldMkLst>
          <pc:docMk/>
          <pc:sldMk cId="0" sldId="272"/>
        </pc:sldMkLst>
      </pc:sldChg>
      <pc:sldChg chg="del">
        <pc:chgData name="Eder Silva" userId="9b7f41b4-798d-40cf-8f87-8e33ae7a0417" providerId="ADAL" clId="{DFF9E84E-5922-4F26-9EAD-8AB4E668133E}" dt="2026-10-27T14:38:00.103" v="494" actId="2696"/>
        <pc:sldMkLst>
          <pc:docMk/>
          <pc:sldMk cId="0" sldId="273"/>
        </pc:sldMkLst>
      </pc:sldChg>
      <pc:sldChg chg="del">
        <pc:chgData name="Eder Silva" userId="9b7f41b4-798d-40cf-8f87-8e33ae7a0417" providerId="ADAL" clId="{DFF9E84E-5922-4F26-9EAD-8AB4E668133E}" dt="2026-10-27T14:38:00.105" v="495" actId="2696"/>
        <pc:sldMkLst>
          <pc:docMk/>
          <pc:sldMk cId="0" sldId="274"/>
        </pc:sldMkLst>
      </pc:sldChg>
      <pc:sldChg chg="del">
        <pc:chgData name="Eder Silva" userId="9b7f41b4-798d-40cf-8f87-8e33ae7a0417" providerId="ADAL" clId="{DFF9E84E-5922-4F26-9EAD-8AB4E668133E}" dt="2026-10-27T14:38:00.107" v="496" actId="2696"/>
        <pc:sldMkLst>
          <pc:docMk/>
          <pc:sldMk cId="0" sldId="275"/>
        </pc:sldMkLst>
      </pc:sldChg>
      <pc:sldChg chg="del">
        <pc:chgData name="Eder Silva" userId="9b7f41b4-798d-40cf-8f87-8e33ae7a0417" providerId="ADAL" clId="{DFF9E84E-5922-4F26-9EAD-8AB4E668133E}" dt="2026-10-27T14:38:00.109" v="497" actId="2696"/>
        <pc:sldMkLst>
          <pc:docMk/>
          <pc:sldMk cId="0" sldId="276"/>
        </pc:sldMkLst>
      </pc:sldChg>
      <pc:sldChg chg="del">
        <pc:chgData name="Eder Silva" userId="9b7f41b4-798d-40cf-8f87-8e33ae7a0417" providerId="ADAL" clId="{DFF9E84E-5922-4F26-9EAD-8AB4E668133E}" dt="2026-10-27T14:38:00.112" v="498" actId="2696"/>
        <pc:sldMkLst>
          <pc:docMk/>
          <pc:sldMk cId="0" sldId="277"/>
        </pc:sldMkLst>
      </pc:sldChg>
      <pc:sldChg chg="del">
        <pc:chgData name="Eder Silva" userId="9b7f41b4-798d-40cf-8f87-8e33ae7a0417" providerId="ADAL" clId="{DFF9E84E-5922-4F26-9EAD-8AB4E668133E}" dt="2026-10-27T14:38:00.114" v="499" actId="2696"/>
        <pc:sldMkLst>
          <pc:docMk/>
          <pc:sldMk cId="0" sldId="278"/>
        </pc:sldMkLst>
      </pc:sldChg>
      <pc:sldChg chg="del">
        <pc:chgData name="Eder Silva" userId="9b7f41b4-798d-40cf-8f87-8e33ae7a0417" providerId="ADAL" clId="{DFF9E84E-5922-4F26-9EAD-8AB4E668133E}" dt="2026-10-27T14:38:00.116" v="500" actId="2696"/>
        <pc:sldMkLst>
          <pc:docMk/>
          <pc:sldMk cId="0" sldId="279"/>
        </pc:sldMkLst>
      </pc:sldChg>
      <pc:sldChg chg="del">
        <pc:chgData name="Eder Silva" userId="9b7f41b4-798d-40cf-8f87-8e33ae7a0417" providerId="ADAL" clId="{DFF9E84E-5922-4F26-9EAD-8AB4E668133E}" dt="2026-10-27T14:38:00.118" v="501" actId="2696"/>
        <pc:sldMkLst>
          <pc:docMk/>
          <pc:sldMk cId="0" sldId="280"/>
        </pc:sldMkLst>
      </pc:sldChg>
      <pc:sldChg chg="del">
        <pc:chgData name="Eder Silva" userId="9b7f41b4-798d-40cf-8f87-8e33ae7a0417" providerId="ADAL" clId="{DFF9E84E-5922-4F26-9EAD-8AB4E668133E}" dt="2026-10-27T14:38:00.120" v="502" actId="2696"/>
        <pc:sldMkLst>
          <pc:docMk/>
          <pc:sldMk cId="0" sldId="281"/>
        </pc:sldMkLst>
      </pc:sldChg>
      <pc:sldChg chg="del">
        <pc:chgData name="Eder Silva" userId="9b7f41b4-798d-40cf-8f87-8e33ae7a0417" providerId="ADAL" clId="{DFF9E84E-5922-4F26-9EAD-8AB4E668133E}" dt="2026-10-27T14:38:00.122" v="503" actId="2696"/>
        <pc:sldMkLst>
          <pc:docMk/>
          <pc:sldMk cId="0" sldId="282"/>
        </pc:sldMkLst>
      </pc:sldChg>
      <pc:sldChg chg="del">
        <pc:chgData name="Eder Silva" userId="9b7f41b4-798d-40cf-8f87-8e33ae7a0417" providerId="ADAL" clId="{DFF9E84E-5922-4F26-9EAD-8AB4E668133E}" dt="2026-10-27T14:38:00.124" v="504" actId="2696"/>
        <pc:sldMkLst>
          <pc:docMk/>
          <pc:sldMk cId="0" sldId="283"/>
        </pc:sldMkLst>
      </pc:sldChg>
      <pc:sldChg chg="del">
        <pc:chgData name="Eder Silva" userId="9b7f41b4-798d-40cf-8f87-8e33ae7a0417" providerId="ADAL" clId="{DFF9E84E-5922-4F26-9EAD-8AB4E668133E}" dt="2026-10-27T14:38:00.127" v="505" actId="2696"/>
        <pc:sldMkLst>
          <pc:docMk/>
          <pc:sldMk cId="0" sldId="284"/>
        </pc:sldMkLst>
      </pc:sldChg>
      <pc:sldChg chg="del">
        <pc:chgData name="Eder Silva" userId="9b7f41b4-798d-40cf-8f87-8e33ae7a0417" providerId="ADAL" clId="{DFF9E84E-5922-4F26-9EAD-8AB4E668133E}" dt="2026-10-27T14:38:00.130" v="506" actId="2696"/>
        <pc:sldMkLst>
          <pc:docMk/>
          <pc:sldMk cId="0" sldId="285"/>
        </pc:sldMkLst>
      </pc:sldChg>
      <pc:sldChg chg="del">
        <pc:chgData name="Eder Silva" userId="9b7f41b4-798d-40cf-8f87-8e33ae7a0417" providerId="ADAL" clId="{DFF9E84E-5922-4F26-9EAD-8AB4E668133E}" dt="2026-10-27T14:38:00.133" v="507" actId="2696"/>
        <pc:sldMkLst>
          <pc:docMk/>
          <pc:sldMk cId="0" sldId="286"/>
        </pc:sldMkLst>
      </pc:sldChg>
      <pc:sldChg chg="del">
        <pc:chgData name="Eder Silva" userId="9b7f41b4-798d-40cf-8f87-8e33ae7a0417" providerId="ADAL" clId="{DFF9E84E-5922-4F26-9EAD-8AB4E668133E}" dt="2026-10-27T14:38:00.135" v="508" actId="2696"/>
        <pc:sldMkLst>
          <pc:docMk/>
          <pc:sldMk cId="0" sldId="287"/>
        </pc:sldMkLst>
      </pc:sldChg>
      <pc:sldChg chg="del">
        <pc:chgData name="Eder Silva" userId="9b7f41b4-798d-40cf-8f87-8e33ae7a0417" providerId="ADAL" clId="{DFF9E84E-5922-4F26-9EAD-8AB4E668133E}" dt="2026-10-27T14:38:00.136" v="509" actId="2696"/>
        <pc:sldMkLst>
          <pc:docMk/>
          <pc:sldMk cId="0" sldId="288"/>
        </pc:sldMkLst>
      </pc:sldChg>
      <pc:sldChg chg="del">
        <pc:chgData name="Eder Silva" userId="9b7f41b4-798d-40cf-8f87-8e33ae7a0417" providerId="ADAL" clId="{DFF9E84E-5922-4F26-9EAD-8AB4E668133E}" dt="2026-10-27T14:38:00.138" v="510" actId="2696"/>
        <pc:sldMkLst>
          <pc:docMk/>
          <pc:sldMk cId="0" sldId="289"/>
        </pc:sldMkLst>
      </pc:sldChg>
      <pc:sldChg chg="del">
        <pc:chgData name="Eder Silva" userId="9b7f41b4-798d-40cf-8f87-8e33ae7a0417" providerId="ADAL" clId="{DFF9E84E-5922-4F26-9EAD-8AB4E668133E}" dt="2026-10-27T14:38:00.139" v="511" actId="2696"/>
        <pc:sldMkLst>
          <pc:docMk/>
          <pc:sldMk cId="0" sldId="290"/>
        </pc:sldMkLst>
      </pc:sldChg>
      <pc:sldChg chg="del">
        <pc:chgData name="Eder Silva" userId="9b7f41b4-798d-40cf-8f87-8e33ae7a0417" providerId="ADAL" clId="{DFF9E84E-5922-4F26-9EAD-8AB4E668133E}" dt="2026-10-27T14:38:00.141" v="512" actId="2696"/>
        <pc:sldMkLst>
          <pc:docMk/>
          <pc:sldMk cId="0" sldId="291"/>
        </pc:sldMkLst>
      </pc:sldChg>
      <pc:sldChg chg="del">
        <pc:chgData name="Eder Silva" userId="9b7f41b4-798d-40cf-8f87-8e33ae7a0417" providerId="ADAL" clId="{DFF9E84E-5922-4F26-9EAD-8AB4E668133E}" dt="2026-10-27T14:38:00.142" v="513" actId="2696"/>
        <pc:sldMkLst>
          <pc:docMk/>
          <pc:sldMk cId="0" sldId="292"/>
        </pc:sldMkLst>
      </pc:sldChg>
      <pc:sldChg chg="del">
        <pc:chgData name="Eder Silva" userId="9b7f41b4-798d-40cf-8f87-8e33ae7a0417" providerId="ADAL" clId="{DFF9E84E-5922-4F26-9EAD-8AB4E668133E}" dt="2026-10-27T14:38:00.145" v="514" actId="2696"/>
        <pc:sldMkLst>
          <pc:docMk/>
          <pc:sldMk cId="0" sldId="293"/>
        </pc:sldMkLst>
      </pc:sldChg>
      <pc:sldChg chg="del">
        <pc:chgData name="Eder Silva" userId="9b7f41b4-798d-40cf-8f87-8e33ae7a0417" providerId="ADAL" clId="{DFF9E84E-5922-4F26-9EAD-8AB4E668133E}" dt="2026-10-27T14:38:00.147" v="515" actId="2696"/>
        <pc:sldMkLst>
          <pc:docMk/>
          <pc:sldMk cId="0" sldId="294"/>
        </pc:sldMkLst>
      </pc:sldChg>
      <pc:sldChg chg="del">
        <pc:chgData name="Eder Silva" userId="9b7f41b4-798d-40cf-8f87-8e33ae7a0417" providerId="ADAL" clId="{DFF9E84E-5922-4F26-9EAD-8AB4E668133E}" dt="2026-10-27T14:38:00.150" v="516" actId="2696"/>
        <pc:sldMkLst>
          <pc:docMk/>
          <pc:sldMk cId="0" sldId="295"/>
        </pc:sldMkLst>
      </pc:sldChg>
      <pc:sldChg chg="modSp add del mod ord modNotes">
        <pc:chgData name="Eder Silva" userId="9b7f41b4-798d-40cf-8f87-8e33ae7a0417" providerId="ADAL" clId="{DFF9E84E-5922-4F26-9EAD-8AB4E668133E}" dt="2026-10-27T20:24:35.806" v="1736" actId="2696"/>
        <pc:sldMkLst>
          <pc:docMk/>
          <pc:sldMk cId="2185262198" sldId="296"/>
        </pc:sldMkLst>
        <pc:spChg chg="mod">
          <ac:chgData name="Eder Silva" userId="9b7f41b4-798d-40cf-8f87-8e33ae7a0417" providerId="ADAL" clId="{DFF9E84E-5922-4F26-9EAD-8AB4E668133E}" dt="2026-10-27T14:37:52.762" v="3" actId="20577"/>
          <ac:spMkLst>
            <pc:docMk/>
            <pc:sldMk cId="2185262198" sldId="296"/>
            <ac:spMk id="3" creationId="{00000000-0000-0000-0000-000000000000}"/>
          </ac:spMkLst>
        </pc:spChg>
        <pc:spChg chg="mod">
          <ac:chgData name="Eder Silva" userId="9b7f41b4-798d-40cf-8f87-8e33ae7a0417" providerId="ADAL" clId="{DFF9E84E-5922-4F26-9EAD-8AB4E668133E}" dt="2026-10-27T14:37:52.780" v="4" actId="20577"/>
          <ac:spMkLst>
            <pc:docMk/>
            <pc:sldMk cId="2185262198" sldId="296"/>
            <ac:spMk id="4" creationId="{00000000-0000-0000-0000-000000000000}"/>
          </ac:spMkLst>
        </pc:spChg>
        <pc:spChg chg="mod">
          <ac:chgData name="Eder Silva" userId="9b7f41b4-798d-40cf-8f87-8e33ae7a0417" providerId="ADAL" clId="{DFF9E84E-5922-4F26-9EAD-8AB4E668133E}" dt="2026-10-27T14:37:52.786" v="5" actId="20577"/>
          <ac:spMkLst>
            <pc:docMk/>
            <pc:sldMk cId="2185262198" sldId="296"/>
            <ac:spMk id="5" creationId="{00000000-0000-0000-0000-000000000000}"/>
          </ac:spMkLst>
        </pc:spChg>
        <pc:spChg chg="mod">
          <ac:chgData name="Eder Silva" userId="9b7f41b4-798d-40cf-8f87-8e33ae7a0417" providerId="ADAL" clId="{DFF9E84E-5922-4F26-9EAD-8AB4E668133E}" dt="2026-10-27T14:37:52.792" v="6" actId="20577"/>
          <ac:spMkLst>
            <pc:docMk/>
            <pc:sldMk cId="2185262198" sldId="296"/>
            <ac:spMk id="6" creationId="{00000000-0000-0000-0000-000000000000}"/>
          </ac:spMkLst>
        </pc:spChg>
      </pc:sldChg>
      <pc:sldChg chg="modSp add del mod ord modNotes">
        <pc:chgData name="Eder Silva" userId="9b7f41b4-798d-40cf-8f87-8e33ae7a0417" providerId="ADAL" clId="{DFF9E84E-5922-4F26-9EAD-8AB4E668133E}" dt="2026-10-27T20:24:35.804" v="1735" actId="2696"/>
        <pc:sldMkLst>
          <pc:docMk/>
          <pc:sldMk cId="69750769" sldId="297"/>
        </pc:sldMkLst>
        <pc:spChg chg="mod">
          <ac:chgData name="Eder Silva" userId="9b7f41b4-798d-40cf-8f87-8e33ae7a0417" providerId="ADAL" clId="{DFF9E84E-5922-4F26-9EAD-8AB4E668133E}" dt="2026-10-27T14:37:52.868" v="11" actId="20577"/>
          <ac:spMkLst>
            <pc:docMk/>
            <pc:sldMk cId="69750769" sldId="297"/>
            <ac:spMk id="3" creationId="{00000000-0000-0000-0000-000000000000}"/>
          </ac:spMkLst>
        </pc:spChg>
        <pc:spChg chg="mod">
          <ac:chgData name="Eder Silva" userId="9b7f41b4-798d-40cf-8f87-8e33ae7a0417" providerId="ADAL" clId="{DFF9E84E-5922-4F26-9EAD-8AB4E668133E}" dt="2026-10-27T14:37:53.127" v="16" actId="947"/>
          <ac:spMkLst>
            <pc:docMk/>
            <pc:sldMk cId="69750769" sldId="297"/>
            <ac:spMk id="5" creationId="{00000000-0000-0000-0000-000000000000}"/>
          </ac:spMkLst>
        </pc:spChg>
        <pc:spChg chg="mod">
          <ac:chgData name="Eder Silva" userId="9b7f41b4-798d-40cf-8f87-8e33ae7a0417" providerId="ADAL" clId="{DFF9E84E-5922-4F26-9EAD-8AB4E668133E}" dt="2026-10-27T14:37:53.132" v="17" actId="947"/>
          <ac:spMkLst>
            <pc:docMk/>
            <pc:sldMk cId="69750769" sldId="297"/>
            <ac:spMk id="7" creationId="{00000000-0000-0000-0000-000000000000}"/>
          </ac:spMkLst>
        </pc:spChg>
        <pc:spChg chg="mod">
          <ac:chgData name="Eder Silva" userId="9b7f41b4-798d-40cf-8f87-8e33ae7a0417" providerId="ADAL" clId="{DFF9E84E-5922-4F26-9EAD-8AB4E668133E}" dt="2026-10-27T14:37:53.136" v="18" actId="947"/>
          <ac:spMkLst>
            <pc:docMk/>
            <pc:sldMk cId="69750769" sldId="297"/>
            <ac:spMk id="9" creationId="{00000000-0000-0000-0000-000000000000}"/>
          </ac:spMkLst>
        </pc:spChg>
        <pc:spChg chg="mod">
          <ac:chgData name="Eder Silva" userId="9b7f41b4-798d-40cf-8f87-8e33ae7a0417" providerId="ADAL" clId="{DFF9E84E-5922-4F26-9EAD-8AB4E668133E}" dt="2026-10-27T14:37:53.141" v="19" actId="947"/>
          <ac:spMkLst>
            <pc:docMk/>
            <pc:sldMk cId="69750769" sldId="297"/>
            <ac:spMk id="11" creationId="{00000000-0000-0000-0000-000000000000}"/>
          </ac:spMkLst>
        </pc:spChg>
        <pc:spChg chg="mod">
          <ac:chgData name="Eder Silva" userId="9b7f41b4-798d-40cf-8f87-8e33ae7a0417" providerId="ADAL" clId="{DFF9E84E-5922-4F26-9EAD-8AB4E668133E}" dt="2026-10-27T14:37:53.146" v="20" actId="20577"/>
          <ac:spMkLst>
            <pc:docMk/>
            <pc:sldMk cId="69750769" sldId="297"/>
            <ac:spMk id="12" creationId="{00000000-0000-0000-0000-000000000000}"/>
          </ac:spMkLst>
        </pc:spChg>
      </pc:sldChg>
      <pc:sldChg chg="addSp delSp modSp add del mod ord modNotes">
        <pc:chgData name="Eder Silva" userId="9b7f41b4-798d-40cf-8f87-8e33ae7a0417" providerId="ADAL" clId="{DFF9E84E-5922-4F26-9EAD-8AB4E668133E}" dt="2026-10-27T20:24:35.802" v="1734" actId="2696"/>
        <pc:sldMkLst>
          <pc:docMk/>
          <pc:sldMk cId="2210706809" sldId="298"/>
        </pc:sldMkLst>
        <pc:spChg chg="mod">
          <ac:chgData name="Eder Silva" userId="9b7f41b4-798d-40cf-8f87-8e33ae7a0417" providerId="ADAL" clId="{DFF9E84E-5922-4F26-9EAD-8AB4E668133E}" dt="2026-10-27T14:37:53.179" v="25" actId="20577"/>
          <ac:spMkLst>
            <pc:docMk/>
            <pc:sldMk cId="2210706809" sldId="298"/>
            <ac:spMk id="3" creationId="{00000000-0000-0000-0000-000000000000}"/>
          </ac:spMkLst>
        </pc:spChg>
        <pc:spChg chg="mod">
          <ac:chgData name="Eder Silva" userId="9b7f41b4-798d-40cf-8f87-8e33ae7a0417" providerId="ADAL" clId="{DFF9E84E-5922-4F26-9EAD-8AB4E668133E}" dt="2026-10-27T14:37:53.187" v="26" actId="20577"/>
          <ac:spMkLst>
            <pc:docMk/>
            <pc:sldMk cId="2210706809" sldId="298"/>
            <ac:spMk id="4" creationId="{00000000-0000-0000-0000-000000000000}"/>
          </ac:spMkLst>
        </pc:spChg>
        <pc:spChg chg="mod">
          <ac:chgData name="Eder Silva" userId="9b7f41b4-798d-40cf-8f87-8e33ae7a0417" providerId="ADAL" clId="{DFF9E84E-5922-4F26-9EAD-8AB4E668133E}" dt="2026-10-27T14:37:53.192" v="27" actId="20577"/>
          <ac:spMkLst>
            <pc:docMk/>
            <pc:sldMk cId="2210706809" sldId="298"/>
            <ac:spMk id="6" creationId="{00000000-0000-0000-0000-000000000000}"/>
          </ac:spMkLst>
        </pc:spChg>
        <pc:spChg chg="add mod">
          <ac:chgData name="Eder Silva" userId="9b7f41b4-798d-40cf-8f87-8e33ae7a0417" providerId="ADAL" clId="{DFF9E84E-5922-4F26-9EAD-8AB4E668133E}" dt="2026-10-27T14:37:53.351" v="52"/>
          <ac:spMkLst>
            <pc:docMk/>
            <pc:sldMk cId="2210706809" sldId="298"/>
            <ac:spMk id="7" creationId="{DC43B917-13C3-4075-0098-2C951DDD71FE}"/>
          </ac:spMkLst>
        </pc:spChg>
        <pc:spChg chg="add mod">
          <ac:chgData name="Eder Silva" userId="9b7f41b4-798d-40cf-8f87-8e33ae7a0417" providerId="ADAL" clId="{DFF9E84E-5922-4F26-9EAD-8AB4E668133E}" dt="2026-10-27T14:37:53.386" v="75"/>
          <ac:spMkLst>
            <pc:docMk/>
            <pc:sldMk cId="2210706809" sldId="298"/>
            <ac:spMk id="8" creationId="{398F9146-C40C-C244-F672-F7C415B2CFFE}"/>
          </ac:spMkLst>
        </pc:spChg>
        <pc:spChg chg="add mod">
          <ac:chgData name="Eder Silva" userId="9b7f41b4-798d-40cf-8f87-8e33ae7a0417" providerId="ADAL" clId="{DFF9E84E-5922-4F26-9EAD-8AB4E668133E}" dt="2026-10-27T14:37:53.423" v="98"/>
          <ac:spMkLst>
            <pc:docMk/>
            <pc:sldMk cId="2210706809" sldId="298"/>
            <ac:spMk id="9" creationId="{DBE90778-7912-613E-E9C3-322C8338582E}"/>
          </ac:spMkLst>
        </pc:spChg>
        <pc:spChg chg="add mod">
          <ac:chgData name="Eder Silva" userId="9b7f41b4-798d-40cf-8f87-8e33ae7a0417" providerId="ADAL" clId="{DFF9E84E-5922-4F26-9EAD-8AB4E668133E}" dt="2026-10-27T14:37:53.457" v="121"/>
          <ac:spMkLst>
            <pc:docMk/>
            <pc:sldMk cId="2210706809" sldId="298"/>
            <ac:spMk id="10" creationId="{59721242-DBF5-54A8-C686-DA1692B8A034}"/>
          </ac:spMkLst>
        </pc:spChg>
        <pc:picChg chg="del">
          <ac:chgData name="Eder Silva" userId="9b7f41b4-798d-40cf-8f87-8e33ae7a0417" providerId="ADAL" clId="{DFF9E84E-5922-4F26-9EAD-8AB4E668133E}" dt="2026-10-27T14:37:53.202" v="29"/>
          <ac:picMkLst>
            <pc:docMk/>
            <pc:sldMk cId="2210706809" sldId="298"/>
            <ac:picMk id="5" creationId="{00000000-0000-0000-0000-000000000000}"/>
          </ac:picMkLst>
        </pc:picChg>
      </pc:sldChg>
      <pc:sldChg chg="modSp add del mod ord modNotes">
        <pc:chgData name="Eder Silva" userId="9b7f41b4-798d-40cf-8f87-8e33ae7a0417" providerId="ADAL" clId="{DFF9E84E-5922-4F26-9EAD-8AB4E668133E}" dt="2026-10-27T20:24:35.798" v="1733" actId="2696"/>
        <pc:sldMkLst>
          <pc:docMk/>
          <pc:sldMk cId="4041692779" sldId="299"/>
        </pc:sldMkLst>
        <pc:spChg chg="mod">
          <ac:chgData name="Eder Silva" userId="9b7f41b4-798d-40cf-8f87-8e33ae7a0417" providerId="ADAL" clId="{DFF9E84E-5922-4F26-9EAD-8AB4E668133E}" dt="2026-10-27T14:37:53.494" v="126" actId="20577"/>
          <ac:spMkLst>
            <pc:docMk/>
            <pc:sldMk cId="4041692779" sldId="299"/>
            <ac:spMk id="3" creationId="{00000000-0000-0000-0000-000000000000}"/>
          </ac:spMkLst>
        </pc:spChg>
        <pc:spChg chg="mod">
          <ac:chgData name="Eder Silva" userId="9b7f41b4-798d-40cf-8f87-8e33ae7a0417" providerId="ADAL" clId="{DFF9E84E-5922-4F26-9EAD-8AB4E668133E}" dt="2026-10-27T14:37:53.770" v="131" actId="947"/>
          <ac:spMkLst>
            <pc:docMk/>
            <pc:sldMk cId="4041692779" sldId="299"/>
            <ac:spMk id="5" creationId="{00000000-0000-0000-0000-000000000000}"/>
          </ac:spMkLst>
        </pc:spChg>
        <pc:spChg chg="mod">
          <ac:chgData name="Eder Silva" userId="9b7f41b4-798d-40cf-8f87-8e33ae7a0417" providerId="ADAL" clId="{DFF9E84E-5922-4F26-9EAD-8AB4E668133E}" dt="2026-10-27T14:37:53.777" v="132" actId="947"/>
          <ac:spMkLst>
            <pc:docMk/>
            <pc:sldMk cId="4041692779" sldId="299"/>
            <ac:spMk id="7" creationId="{00000000-0000-0000-0000-000000000000}"/>
          </ac:spMkLst>
        </pc:spChg>
        <pc:spChg chg="mod">
          <ac:chgData name="Eder Silva" userId="9b7f41b4-798d-40cf-8f87-8e33ae7a0417" providerId="ADAL" clId="{DFF9E84E-5922-4F26-9EAD-8AB4E668133E}" dt="2026-10-27T14:37:53.783" v="133" actId="947"/>
          <ac:spMkLst>
            <pc:docMk/>
            <pc:sldMk cId="4041692779" sldId="299"/>
            <ac:spMk id="9" creationId="{00000000-0000-0000-0000-000000000000}"/>
          </ac:spMkLst>
        </pc:spChg>
        <pc:spChg chg="mod">
          <ac:chgData name="Eder Silva" userId="9b7f41b4-798d-40cf-8f87-8e33ae7a0417" providerId="ADAL" clId="{DFF9E84E-5922-4F26-9EAD-8AB4E668133E}" dt="2026-10-27T14:37:53.790" v="134" actId="947"/>
          <ac:spMkLst>
            <pc:docMk/>
            <pc:sldMk cId="4041692779" sldId="299"/>
            <ac:spMk id="11" creationId="{00000000-0000-0000-0000-000000000000}"/>
          </ac:spMkLst>
        </pc:spChg>
        <pc:spChg chg="mod">
          <ac:chgData name="Eder Silva" userId="9b7f41b4-798d-40cf-8f87-8e33ae7a0417" providerId="ADAL" clId="{DFF9E84E-5922-4F26-9EAD-8AB4E668133E}" dt="2026-10-27T15:51:20.534" v="572" actId="947"/>
          <ac:spMkLst>
            <pc:docMk/>
            <pc:sldMk cId="4041692779" sldId="299"/>
            <ac:spMk id="12" creationId="{00000000-0000-0000-0000-000000000000}"/>
          </ac:spMkLst>
        </pc:spChg>
      </pc:sldChg>
      <pc:sldChg chg="modSp add del mod ord modNotes">
        <pc:chgData name="Eder Silva" userId="9b7f41b4-798d-40cf-8f87-8e33ae7a0417" providerId="ADAL" clId="{DFF9E84E-5922-4F26-9EAD-8AB4E668133E}" dt="2026-10-27T20:24:35.796" v="1732" actId="2696"/>
        <pc:sldMkLst>
          <pc:docMk/>
          <pc:sldMk cId="3779419563" sldId="300"/>
        </pc:sldMkLst>
        <pc:spChg chg="mod">
          <ac:chgData name="Eder Silva" userId="9b7f41b4-798d-40cf-8f87-8e33ae7a0417" providerId="ADAL" clId="{DFF9E84E-5922-4F26-9EAD-8AB4E668133E}" dt="2026-10-27T14:37:53.866" v="140" actId="20577"/>
          <ac:spMkLst>
            <pc:docMk/>
            <pc:sldMk cId="3779419563" sldId="300"/>
            <ac:spMk id="3" creationId="{00000000-0000-0000-0000-000000000000}"/>
          </ac:spMkLst>
        </pc:spChg>
        <pc:spChg chg="mod">
          <ac:chgData name="Eder Silva" userId="9b7f41b4-798d-40cf-8f87-8e33ae7a0417" providerId="ADAL" clId="{DFF9E84E-5922-4F26-9EAD-8AB4E668133E}" dt="2026-10-27T14:37:53.877" v="141" actId="20577"/>
          <ac:spMkLst>
            <pc:docMk/>
            <pc:sldMk cId="3779419563" sldId="300"/>
            <ac:spMk id="4" creationId="{00000000-0000-0000-0000-000000000000}"/>
          </ac:spMkLst>
        </pc:spChg>
        <pc:spChg chg="mod">
          <ac:chgData name="Eder Silva" userId="9b7f41b4-798d-40cf-8f87-8e33ae7a0417" providerId="ADAL" clId="{DFF9E84E-5922-4F26-9EAD-8AB4E668133E}" dt="2026-10-27T15:51:20.689" v="596" actId="947"/>
          <ac:spMkLst>
            <pc:docMk/>
            <pc:sldMk cId="3779419563" sldId="300"/>
            <ac:spMk id="6" creationId="{00000000-0000-0000-0000-000000000000}"/>
          </ac:spMkLst>
        </pc:spChg>
      </pc:sldChg>
      <pc:sldChg chg="modSp add del mod ord modNotes">
        <pc:chgData name="Eder Silva" userId="9b7f41b4-798d-40cf-8f87-8e33ae7a0417" providerId="ADAL" clId="{DFF9E84E-5922-4F26-9EAD-8AB4E668133E}" dt="2026-10-27T20:24:35.793" v="1731" actId="2696"/>
        <pc:sldMkLst>
          <pc:docMk/>
          <pc:sldMk cId="2987219755" sldId="301"/>
        </pc:sldMkLst>
        <pc:spChg chg="mod">
          <ac:chgData name="Eder Silva" userId="9b7f41b4-798d-40cf-8f87-8e33ae7a0417" providerId="ADAL" clId="{DFF9E84E-5922-4F26-9EAD-8AB4E668133E}" dt="2026-10-27T14:37:53.927" v="147" actId="20577"/>
          <ac:spMkLst>
            <pc:docMk/>
            <pc:sldMk cId="2987219755" sldId="301"/>
            <ac:spMk id="2" creationId="{00000000-0000-0000-0000-000000000000}"/>
          </ac:spMkLst>
        </pc:spChg>
        <pc:spChg chg="mod">
          <ac:chgData name="Eder Silva" userId="9b7f41b4-798d-40cf-8f87-8e33ae7a0417" providerId="ADAL" clId="{DFF9E84E-5922-4F26-9EAD-8AB4E668133E}" dt="2026-10-27T14:37:53.936" v="148" actId="20577"/>
          <ac:spMkLst>
            <pc:docMk/>
            <pc:sldMk cId="2987219755" sldId="301"/>
            <ac:spMk id="3" creationId="{00000000-0000-0000-0000-000000000000}"/>
          </ac:spMkLst>
        </pc:spChg>
      </pc:sldChg>
      <pc:sldChg chg="modSp add del mod ord modNotes">
        <pc:chgData name="Eder Silva" userId="9b7f41b4-798d-40cf-8f87-8e33ae7a0417" providerId="ADAL" clId="{DFF9E84E-5922-4F26-9EAD-8AB4E668133E}" dt="2026-10-27T20:24:35.790" v="1730" actId="2696"/>
        <pc:sldMkLst>
          <pc:docMk/>
          <pc:sldMk cId="1984427054" sldId="302"/>
        </pc:sldMkLst>
        <pc:spChg chg="mod">
          <ac:chgData name="Eder Silva" userId="9b7f41b4-798d-40cf-8f87-8e33ae7a0417" providerId="ADAL" clId="{DFF9E84E-5922-4F26-9EAD-8AB4E668133E}" dt="2026-10-27T14:37:53.978" v="153" actId="20577"/>
          <ac:spMkLst>
            <pc:docMk/>
            <pc:sldMk cId="1984427054" sldId="302"/>
            <ac:spMk id="3" creationId="{00000000-0000-0000-0000-000000000000}"/>
          </ac:spMkLst>
        </pc:spChg>
        <pc:spChg chg="mod">
          <ac:chgData name="Eder Silva" userId="9b7f41b4-798d-40cf-8f87-8e33ae7a0417" providerId="ADAL" clId="{DFF9E84E-5922-4F26-9EAD-8AB4E668133E}" dt="2026-10-27T14:37:53.988" v="154" actId="20577"/>
          <ac:spMkLst>
            <pc:docMk/>
            <pc:sldMk cId="1984427054" sldId="302"/>
            <ac:spMk id="4" creationId="{00000000-0000-0000-0000-000000000000}"/>
          </ac:spMkLst>
        </pc:spChg>
        <pc:spChg chg="mod">
          <ac:chgData name="Eder Silva" userId="9b7f41b4-798d-40cf-8f87-8e33ae7a0417" providerId="ADAL" clId="{DFF9E84E-5922-4F26-9EAD-8AB4E668133E}" dt="2026-10-27T15:51:20.746" v="604" actId="947"/>
          <ac:spMkLst>
            <pc:docMk/>
            <pc:sldMk cId="1984427054" sldId="302"/>
            <ac:spMk id="6" creationId="{00000000-0000-0000-0000-000000000000}"/>
          </ac:spMkLst>
        </pc:spChg>
      </pc:sldChg>
      <pc:sldChg chg="modSp add del mod ord modNotes">
        <pc:chgData name="Eder Silva" userId="9b7f41b4-798d-40cf-8f87-8e33ae7a0417" providerId="ADAL" clId="{DFF9E84E-5922-4F26-9EAD-8AB4E668133E}" dt="2026-10-27T20:24:35.787" v="1729" actId="2696"/>
        <pc:sldMkLst>
          <pc:docMk/>
          <pc:sldMk cId="952120453" sldId="303"/>
        </pc:sldMkLst>
        <pc:spChg chg="mod">
          <ac:chgData name="Eder Silva" userId="9b7f41b4-798d-40cf-8f87-8e33ae7a0417" providerId="ADAL" clId="{DFF9E84E-5922-4F26-9EAD-8AB4E668133E}" dt="2026-10-27T14:37:54.043" v="160" actId="20577"/>
          <ac:spMkLst>
            <pc:docMk/>
            <pc:sldMk cId="952120453" sldId="303"/>
            <ac:spMk id="3" creationId="{00000000-0000-0000-0000-000000000000}"/>
          </ac:spMkLst>
        </pc:spChg>
        <pc:spChg chg="mod">
          <ac:chgData name="Eder Silva" userId="9b7f41b4-798d-40cf-8f87-8e33ae7a0417" providerId="ADAL" clId="{DFF9E84E-5922-4F26-9EAD-8AB4E668133E}" dt="2026-10-27T14:37:54.053" v="161" actId="20577"/>
          <ac:spMkLst>
            <pc:docMk/>
            <pc:sldMk cId="952120453" sldId="303"/>
            <ac:spMk id="4" creationId="{00000000-0000-0000-0000-000000000000}"/>
          </ac:spMkLst>
        </pc:spChg>
        <pc:spChg chg="mod">
          <ac:chgData name="Eder Silva" userId="9b7f41b4-798d-40cf-8f87-8e33ae7a0417" providerId="ADAL" clId="{DFF9E84E-5922-4F26-9EAD-8AB4E668133E}" dt="2026-10-27T15:51:20.825" v="616" actId="947"/>
          <ac:spMkLst>
            <pc:docMk/>
            <pc:sldMk cId="952120453" sldId="303"/>
            <ac:spMk id="6" creationId="{00000000-0000-0000-0000-000000000000}"/>
          </ac:spMkLst>
        </pc:spChg>
      </pc:sldChg>
      <pc:sldChg chg="modSp add del mod ord modNotes">
        <pc:chgData name="Eder Silva" userId="9b7f41b4-798d-40cf-8f87-8e33ae7a0417" providerId="ADAL" clId="{DFF9E84E-5922-4F26-9EAD-8AB4E668133E}" dt="2026-10-27T20:24:35.784" v="1728" actId="2696"/>
        <pc:sldMkLst>
          <pc:docMk/>
          <pc:sldMk cId="871732000" sldId="304"/>
        </pc:sldMkLst>
        <pc:spChg chg="mod">
          <ac:chgData name="Eder Silva" userId="9b7f41b4-798d-40cf-8f87-8e33ae7a0417" providerId="ADAL" clId="{DFF9E84E-5922-4F26-9EAD-8AB4E668133E}" dt="2026-10-27T14:37:54.128" v="167" actId="20577"/>
          <ac:spMkLst>
            <pc:docMk/>
            <pc:sldMk cId="871732000" sldId="304"/>
            <ac:spMk id="3" creationId="{00000000-0000-0000-0000-000000000000}"/>
          </ac:spMkLst>
        </pc:spChg>
        <pc:spChg chg="mod">
          <ac:chgData name="Eder Silva" userId="9b7f41b4-798d-40cf-8f87-8e33ae7a0417" providerId="ADAL" clId="{DFF9E84E-5922-4F26-9EAD-8AB4E668133E}" dt="2026-10-27T14:37:54.520" v="172" actId="947"/>
          <ac:spMkLst>
            <pc:docMk/>
            <pc:sldMk cId="871732000" sldId="304"/>
            <ac:spMk id="5" creationId="{00000000-0000-0000-0000-000000000000}"/>
          </ac:spMkLst>
        </pc:spChg>
        <pc:spChg chg="mod">
          <ac:chgData name="Eder Silva" userId="9b7f41b4-798d-40cf-8f87-8e33ae7a0417" providerId="ADAL" clId="{DFF9E84E-5922-4F26-9EAD-8AB4E668133E}" dt="2026-10-27T14:37:54.525" v="173" actId="947"/>
          <ac:spMkLst>
            <pc:docMk/>
            <pc:sldMk cId="871732000" sldId="304"/>
            <ac:spMk id="7" creationId="{00000000-0000-0000-0000-000000000000}"/>
          </ac:spMkLst>
        </pc:spChg>
        <pc:spChg chg="mod">
          <ac:chgData name="Eder Silva" userId="9b7f41b4-798d-40cf-8f87-8e33ae7a0417" providerId="ADAL" clId="{DFF9E84E-5922-4F26-9EAD-8AB4E668133E}" dt="2026-10-27T14:37:54.535" v="174" actId="947"/>
          <ac:spMkLst>
            <pc:docMk/>
            <pc:sldMk cId="871732000" sldId="304"/>
            <ac:spMk id="9" creationId="{00000000-0000-0000-0000-000000000000}"/>
          </ac:spMkLst>
        </pc:spChg>
        <pc:spChg chg="mod">
          <ac:chgData name="Eder Silva" userId="9b7f41b4-798d-40cf-8f87-8e33ae7a0417" providerId="ADAL" clId="{DFF9E84E-5922-4F26-9EAD-8AB4E668133E}" dt="2026-10-27T14:37:54.543" v="175" actId="947"/>
          <ac:spMkLst>
            <pc:docMk/>
            <pc:sldMk cId="871732000" sldId="304"/>
            <ac:spMk id="11" creationId="{00000000-0000-0000-0000-000000000000}"/>
          </ac:spMkLst>
        </pc:spChg>
        <pc:spChg chg="mod">
          <ac:chgData name="Eder Silva" userId="9b7f41b4-798d-40cf-8f87-8e33ae7a0417" providerId="ADAL" clId="{DFF9E84E-5922-4F26-9EAD-8AB4E668133E}" dt="2026-10-27T15:51:20.909" v="628" actId="947"/>
          <ac:spMkLst>
            <pc:docMk/>
            <pc:sldMk cId="871732000" sldId="304"/>
            <ac:spMk id="12" creationId="{00000000-0000-0000-0000-000000000000}"/>
          </ac:spMkLst>
        </pc:spChg>
      </pc:sldChg>
      <pc:sldChg chg="modSp add del mod ord modNotes">
        <pc:chgData name="Eder Silva" userId="9b7f41b4-798d-40cf-8f87-8e33ae7a0417" providerId="ADAL" clId="{DFF9E84E-5922-4F26-9EAD-8AB4E668133E}" dt="2026-10-27T20:24:35.782" v="1727" actId="2696"/>
        <pc:sldMkLst>
          <pc:docMk/>
          <pc:sldMk cId="862812270" sldId="305"/>
        </pc:sldMkLst>
        <pc:spChg chg="mod">
          <ac:chgData name="Eder Silva" userId="9b7f41b4-798d-40cf-8f87-8e33ae7a0417" providerId="ADAL" clId="{DFF9E84E-5922-4F26-9EAD-8AB4E668133E}" dt="2026-10-27T15:41:23.582" v="517" actId="20577"/>
          <ac:spMkLst>
            <pc:docMk/>
            <pc:sldMk cId="862812270" sldId="305"/>
            <ac:spMk id="2" creationId="{00000000-0000-0000-0000-000000000000}"/>
          </ac:spMkLst>
        </pc:spChg>
        <pc:spChg chg="mod">
          <ac:chgData name="Eder Silva" userId="9b7f41b4-798d-40cf-8f87-8e33ae7a0417" providerId="ADAL" clId="{DFF9E84E-5922-4F26-9EAD-8AB4E668133E}" dt="2026-10-27T14:37:54.598" v="182" actId="20577"/>
          <ac:spMkLst>
            <pc:docMk/>
            <pc:sldMk cId="862812270" sldId="305"/>
            <ac:spMk id="3" creationId="{00000000-0000-0000-0000-000000000000}"/>
          </ac:spMkLst>
        </pc:spChg>
      </pc:sldChg>
      <pc:sldChg chg="modSp add del mod ord modNotes">
        <pc:chgData name="Eder Silva" userId="9b7f41b4-798d-40cf-8f87-8e33ae7a0417" providerId="ADAL" clId="{DFF9E84E-5922-4F26-9EAD-8AB4E668133E}" dt="2026-10-27T20:24:35.778" v="1726" actId="2696"/>
        <pc:sldMkLst>
          <pc:docMk/>
          <pc:sldMk cId="4106440121" sldId="306"/>
        </pc:sldMkLst>
        <pc:spChg chg="mod">
          <ac:chgData name="Eder Silva" userId="9b7f41b4-798d-40cf-8f87-8e33ae7a0417" providerId="ADAL" clId="{DFF9E84E-5922-4F26-9EAD-8AB4E668133E}" dt="2026-10-27T14:37:54.646" v="187" actId="20577"/>
          <ac:spMkLst>
            <pc:docMk/>
            <pc:sldMk cId="4106440121" sldId="306"/>
            <ac:spMk id="3" creationId="{00000000-0000-0000-0000-000000000000}"/>
          </ac:spMkLst>
        </pc:spChg>
        <pc:spChg chg="mod">
          <ac:chgData name="Eder Silva" userId="9b7f41b4-798d-40cf-8f87-8e33ae7a0417" providerId="ADAL" clId="{DFF9E84E-5922-4F26-9EAD-8AB4E668133E}" dt="2026-10-27T14:37:54.914" v="192" actId="947"/>
          <ac:spMkLst>
            <pc:docMk/>
            <pc:sldMk cId="4106440121" sldId="306"/>
            <ac:spMk id="5" creationId="{00000000-0000-0000-0000-000000000000}"/>
          </ac:spMkLst>
        </pc:spChg>
        <pc:spChg chg="mod">
          <ac:chgData name="Eder Silva" userId="9b7f41b4-798d-40cf-8f87-8e33ae7a0417" providerId="ADAL" clId="{DFF9E84E-5922-4F26-9EAD-8AB4E668133E}" dt="2026-10-27T14:37:54.919" v="193" actId="947"/>
          <ac:spMkLst>
            <pc:docMk/>
            <pc:sldMk cId="4106440121" sldId="306"/>
            <ac:spMk id="7" creationId="{00000000-0000-0000-0000-000000000000}"/>
          </ac:spMkLst>
        </pc:spChg>
        <pc:spChg chg="mod">
          <ac:chgData name="Eder Silva" userId="9b7f41b4-798d-40cf-8f87-8e33ae7a0417" providerId="ADAL" clId="{DFF9E84E-5922-4F26-9EAD-8AB4E668133E}" dt="2026-10-27T14:37:54.924" v="194" actId="947"/>
          <ac:spMkLst>
            <pc:docMk/>
            <pc:sldMk cId="4106440121" sldId="306"/>
            <ac:spMk id="9" creationId="{00000000-0000-0000-0000-000000000000}"/>
          </ac:spMkLst>
        </pc:spChg>
        <pc:spChg chg="mod">
          <ac:chgData name="Eder Silva" userId="9b7f41b4-798d-40cf-8f87-8e33ae7a0417" providerId="ADAL" clId="{DFF9E84E-5922-4F26-9EAD-8AB4E668133E}" dt="2026-10-27T14:37:54.929" v="195" actId="947"/>
          <ac:spMkLst>
            <pc:docMk/>
            <pc:sldMk cId="4106440121" sldId="306"/>
            <ac:spMk id="11" creationId="{00000000-0000-0000-0000-000000000000}"/>
          </ac:spMkLst>
        </pc:spChg>
        <pc:spChg chg="mod">
          <ac:chgData name="Eder Silva" userId="9b7f41b4-798d-40cf-8f87-8e33ae7a0417" providerId="ADAL" clId="{DFF9E84E-5922-4F26-9EAD-8AB4E668133E}" dt="2026-10-27T15:51:21.019" v="644" actId="947"/>
          <ac:spMkLst>
            <pc:docMk/>
            <pc:sldMk cId="4106440121" sldId="306"/>
            <ac:spMk id="12" creationId="{00000000-0000-0000-0000-000000000000}"/>
          </ac:spMkLst>
        </pc:spChg>
      </pc:sldChg>
      <pc:sldChg chg="modSp add del mod ord modNotes">
        <pc:chgData name="Eder Silva" userId="9b7f41b4-798d-40cf-8f87-8e33ae7a0417" providerId="ADAL" clId="{DFF9E84E-5922-4F26-9EAD-8AB4E668133E}" dt="2026-10-27T20:24:35.775" v="1725" actId="2696"/>
        <pc:sldMkLst>
          <pc:docMk/>
          <pc:sldMk cId="2773046875" sldId="307"/>
        </pc:sldMkLst>
        <pc:spChg chg="mod">
          <ac:chgData name="Eder Silva" userId="9b7f41b4-798d-40cf-8f87-8e33ae7a0417" providerId="ADAL" clId="{DFF9E84E-5922-4F26-9EAD-8AB4E668133E}" dt="2026-10-27T14:37:54.974" v="201" actId="20577"/>
          <ac:spMkLst>
            <pc:docMk/>
            <pc:sldMk cId="2773046875" sldId="307"/>
            <ac:spMk id="3" creationId="{00000000-0000-0000-0000-000000000000}"/>
          </ac:spMkLst>
        </pc:spChg>
        <pc:spChg chg="mod">
          <ac:chgData name="Eder Silva" userId="9b7f41b4-798d-40cf-8f87-8e33ae7a0417" providerId="ADAL" clId="{DFF9E84E-5922-4F26-9EAD-8AB4E668133E}" dt="2026-10-27T14:37:55.183" v="206" actId="947"/>
          <ac:spMkLst>
            <pc:docMk/>
            <pc:sldMk cId="2773046875" sldId="307"/>
            <ac:spMk id="5" creationId="{00000000-0000-0000-0000-000000000000}"/>
          </ac:spMkLst>
        </pc:spChg>
        <pc:spChg chg="mod">
          <ac:chgData name="Eder Silva" userId="9b7f41b4-798d-40cf-8f87-8e33ae7a0417" providerId="ADAL" clId="{DFF9E84E-5922-4F26-9EAD-8AB4E668133E}" dt="2026-10-27T14:37:55.187" v="207" actId="947"/>
          <ac:spMkLst>
            <pc:docMk/>
            <pc:sldMk cId="2773046875" sldId="307"/>
            <ac:spMk id="7" creationId="{00000000-0000-0000-0000-000000000000}"/>
          </ac:spMkLst>
        </pc:spChg>
        <pc:spChg chg="mod">
          <ac:chgData name="Eder Silva" userId="9b7f41b4-798d-40cf-8f87-8e33ae7a0417" providerId="ADAL" clId="{DFF9E84E-5922-4F26-9EAD-8AB4E668133E}" dt="2026-10-27T14:37:55.191" v="208" actId="947"/>
          <ac:spMkLst>
            <pc:docMk/>
            <pc:sldMk cId="2773046875" sldId="307"/>
            <ac:spMk id="9" creationId="{00000000-0000-0000-0000-000000000000}"/>
          </ac:spMkLst>
        </pc:spChg>
        <pc:spChg chg="mod">
          <ac:chgData name="Eder Silva" userId="9b7f41b4-798d-40cf-8f87-8e33ae7a0417" providerId="ADAL" clId="{DFF9E84E-5922-4F26-9EAD-8AB4E668133E}" dt="2026-10-27T14:37:55.194" v="209" actId="947"/>
          <ac:spMkLst>
            <pc:docMk/>
            <pc:sldMk cId="2773046875" sldId="307"/>
            <ac:spMk id="11" creationId="{00000000-0000-0000-0000-000000000000}"/>
          </ac:spMkLst>
        </pc:spChg>
        <pc:spChg chg="mod">
          <ac:chgData name="Eder Silva" userId="9b7f41b4-798d-40cf-8f87-8e33ae7a0417" providerId="ADAL" clId="{DFF9E84E-5922-4F26-9EAD-8AB4E668133E}" dt="2026-10-27T15:51:21.153" v="664" actId="947"/>
          <ac:spMkLst>
            <pc:docMk/>
            <pc:sldMk cId="2773046875" sldId="307"/>
            <ac:spMk id="12" creationId="{00000000-0000-0000-0000-000000000000}"/>
          </ac:spMkLst>
        </pc:spChg>
      </pc:sldChg>
      <pc:sldChg chg="modSp add del mod ord modNotes">
        <pc:chgData name="Eder Silva" userId="9b7f41b4-798d-40cf-8f87-8e33ae7a0417" providerId="ADAL" clId="{DFF9E84E-5922-4F26-9EAD-8AB4E668133E}" dt="2026-10-27T20:24:35.772" v="1724" actId="2696"/>
        <pc:sldMkLst>
          <pc:docMk/>
          <pc:sldMk cId="1382669071" sldId="308"/>
        </pc:sldMkLst>
        <pc:spChg chg="mod">
          <ac:chgData name="Eder Silva" userId="9b7f41b4-798d-40cf-8f87-8e33ae7a0417" providerId="ADAL" clId="{DFF9E84E-5922-4F26-9EAD-8AB4E668133E}" dt="2026-10-27T14:37:55.238" v="215" actId="20577"/>
          <ac:spMkLst>
            <pc:docMk/>
            <pc:sldMk cId="1382669071" sldId="308"/>
            <ac:spMk id="3" creationId="{00000000-0000-0000-0000-000000000000}"/>
          </ac:spMkLst>
        </pc:spChg>
        <pc:spChg chg="mod">
          <ac:chgData name="Eder Silva" userId="9b7f41b4-798d-40cf-8f87-8e33ae7a0417" providerId="ADAL" clId="{DFF9E84E-5922-4F26-9EAD-8AB4E668133E}" dt="2026-10-27T14:37:55.480" v="221" actId="947"/>
          <ac:spMkLst>
            <pc:docMk/>
            <pc:sldMk cId="1382669071" sldId="308"/>
            <ac:spMk id="5" creationId="{00000000-0000-0000-0000-000000000000}"/>
          </ac:spMkLst>
        </pc:spChg>
        <pc:spChg chg="mod">
          <ac:chgData name="Eder Silva" userId="9b7f41b4-798d-40cf-8f87-8e33ae7a0417" providerId="ADAL" clId="{DFF9E84E-5922-4F26-9EAD-8AB4E668133E}" dt="2026-10-27T14:37:55.484" v="222" actId="947"/>
          <ac:spMkLst>
            <pc:docMk/>
            <pc:sldMk cId="1382669071" sldId="308"/>
            <ac:spMk id="7" creationId="{00000000-0000-0000-0000-000000000000}"/>
          </ac:spMkLst>
        </pc:spChg>
        <pc:spChg chg="mod">
          <ac:chgData name="Eder Silva" userId="9b7f41b4-798d-40cf-8f87-8e33ae7a0417" providerId="ADAL" clId="{DFF9E84E-5922-4F26-9EAD-8AB4E668133E}" dt="2026-10-27T14:37:55.488" v="223" actId="947"/>
          <ac:spMkLst>
            <pc:docMk/>
            <pc:sldMk cId="1382669071" sldId="308"/>
            <ac:spMk id="9" creationId="{00000000-0000-0000-0000-000000000000}"/>
          </ac:spMkLst>
        </pc:spChg>
        <pc:spChg chg="mod">
          <ac:chgData name="Eder Silva" userId="9b7f41b4-798d-40cf-8f87-8e33ae7a0417" providerId="ADAL" clId="{DFF9E84E-5922-4F26-9EAD-8AB4E668133E}" dt="2026-10-27T14:37:55.493" v="224" actId="947"/>
          <ac:spMkLst>
            <pc:docMk/>
            <pc:sldMk cId="1382669071" sldId="308"/>
            <ac:spMk id="11" creationId="{00000000-0000-0000-0000-000000000000}"/>
          </ac:spMkLst>
        </pc:spChg>
        <pc:spChg chg="mod">
          <ac:chgData name="Eder Silva" userId="9b7f41b4-798d-40cf-8f87-8e33ae7a0417" providerId="ADAL" clId="{DFF9E84E-5922-4F26-9EAD-8AB4E668133E}" dt="2026-10-27T14:37:55.497" v="225" actId="947"/>
          <ac:spMkLst>
            <pc:docMk/>
            <pc:sldMk cId="1382669071" sldId="308"/>
            <ac:spMk id="13" creationId="{00000000-0000-0000-0000-000000000000}"/>
          </ac:spMkLst>
        </pc:spChg>
        <pc:spChg chg="mod">
          <ac:chgData name="Eder Silva" userId="9b7f41b4-798d-40cf-8f87-8e33ae7a0417" providerId="ADAL" clId="{DFF9E84E-5922-4F26-9EAD-8AB4E668133E}" dt="2026-10-27T15:51:21.332" v="688" actId="947"/>
          <ac:spMkLst>
            <pc:docMk/>
            <pc:sldMk cId="1382669071" sldId="308"/>
            <ac:spMk id="14" creationId="{00000000-0000-0000-0000-000000000000}"/>
          </ac:spMkLst>
        </pc:spChg>
      </pc:sldChg>
      <pc:sldChg chg="modSp add del mod ord modNotes">
        <pc:chgData name="Eder Silva" userId="9b7f41b4-798d-40cf-8f87-8e33ae7a0417" providerId="ADAL" clId="{DFF9E84E-5922-4F26-9EAD-8AB4E668133E}" dt="2026-10-27T20:24:35.770" v="1723" actId="2696"/>
        <pc:sldMkLst>
          <pc:docMk/>
          <pc:sldMk cId="1203208377" sldId="309"/>
        </pc:sldMkLst>
        <pc:spChg chg="mod">
          <ac:chgData name="Eder Silva" userId="9b7f41b4-798d-40cf-8f87-8e33ae7a0417" providerId="ADAL" clId="{DFF9E84E-5922-4F26-9EAD-8AB4E668133E}" dt="2026-10-27T14:37:55.540" v="231" actId="20577"/>
          <ac:spMkLst>
            <pc:docMk/>
            <pc:sldMk cId="1203208377" sldId="309"/>
            <ac:spMk id="3" creationId="{00000000-0000-0000-0000-000000000000}"/>
          </ac:spMkLst>
        </pc:spChg>
        <pc:spChg chg="mod">
          <ac:chgData name="Eder Silva" userId="9b7f41b4-798d-40cf-8f87-8e33ae7a0417" providerId="ADAL" clId="{DFF9E84E-5922-4F26-9EAD-8AB4E668133E}" dt="2026-10-27T14:37:55.751" v="236" actId="947"/>
          <ac:spMkLst>
            <pc:docMk/>
            <pc:sldMk cId="1203208377" sldId="309"/>
            <ac:spMk id="5" creationId="{00000000-0000-0000-0000-000000000000}"/>
          </ac:spMkLst>
        </pc:spChg>
        <pc:spChg chg="mod">
          <ac:chgData name="Eder Silva" userId="9b7f41b4-798d-40cf-8f87-8e33ae7a0417" providerId="ADAL" clId="{DFF9E84E-5922-4F26-9EAD-8AB4E668133E}" dt="2026-10-27T14:37:55.755" v="237" actId="947"/>
          <ac:spMkLst>
            <pc:docMk/>
            <pc:sldMk cId="1203208377" sldId="309"/>
            <ac:spMk id="7" creationId="{00000000-0000-0000-0000-000000000000}"/>
          </ac:spMkLst>
        </pc:spChg>
        <pc:spChg chg="mod">
          <ac:chgData name="Eder Silva" userId="9b7f41b4-798d-40cf-8f87-8e33ae7a0417" providerId="ADAL" clId="{DFF9E84E-5922-4F26-9EAD-8AB4E668133E}" dt="2026-10-27T14:37:55.759" v="238" actId="947"/>
          <ac:spMkLst>
            <pc:docMk/>
            <pc:sldMk cId="1203208377" sldId="309"/>
            <ac:spMk id="9" creationId="{00000000-0000-0000-0000-000000000000}"/>
          </ac:spMkLst>
        </pc:spChg>
        <pc:spChg chg="mod">
          <ac:chgData name="Eder Silva" userId="9b7f41b4-798d-40cf-8f87-8e33ae7a0417" providerId="ADAL" clId="{DFF9E84E-5922-4F26-9EAD-8AB4E668133E}" dt="2026-10-27T14:37:55.763" v="239" actId="947"/>
          <ac:spMkLst>
            <pc:docMk/>
            <pc:sldMk cId="1203208377" sldId="309"/>
            <ac:spMk id="11" creationId="{00000000-0000-0000-0000-000000000000}"/>
          </ac:spMkLst>
        </pc:spChg>
        <pc:spChg chg="mod">
          <ac:chgData name="Eder Silva" userId="9b7f41b4-798d-40cf-8f87-8e33ae7a0417" providerId="ADAL" clId="{DFF9E84E-5922-4F26-9EAD-8AB4E668133E}" dt="2026-10-27T15:51:21.472" v="708" actId="947"/>
          <ac:spMkLst>
            <pc:docMk/>
            <pc:sldMk cId="1203208377" sldId="309"/>
            <ac:spMk id="12" creationId="{00000000-0000-0000-0000-000000000000}"/>
          </ac:spMkLst>
        </pc:spChg>
      </pc:sldChg>
      <pc:sldChg chg="modSp add del mod ord modNotes">
        <pc:chgData name="Eder Silva" userId="9b7f41b4-798d-40cf-8f87-8e33ae7a0417" providerId="ADAL" clId="{DFF9E84E-5922-4F26-9EAD-8AB4E668133E}" dt="2026-10-27T20:24:35.768" v="1722" actId="2696"/>
        <pc:sldMkLst>
          <pc:docMk/>
          <pc:sldMk cId="1828763092" sldId="310"/>
        </pc:sldMkLst>
        <pc:spChg chg="mod">
          <ac:chgData name="Eder Silva" userId="9b7f41b4-798d-40cf-8f87-8e33ae7a0417" providerId="ADAL" clId="{DFF9E84E-5922-4F26-9EAD-8AB4E668133E}" dt="2026-10-27T15:42:55.730" v="518" actId="20577"/>
          <ac:spMkLst>
            <pc:docMk/>
            <pc:sldMk cId="1828763092" sldId="310"/>
            <ac:spMk id="3" creationId="{00000000-0000-0000-0000-000000000000}"/>
          </ac:spMkLst>
        </pc:spChg>
        <pc:spChg chg="mod">
          <ac:chgData name="Eder Silva" userId="9b7f41b4-798d-40cf-8f87-8e33ae7a0417" providerId="ADAL" clId="{DFF9E84E-5922-4F26-9EAD-8AB4E668133E}" dt="2026-10-27T15:43:08.424" v="520" actId="20577"/>
          <ac:spMkLst>
            <pc:docMk/>
            <pc:sldMk cId="1828763092" sldId="310"/>
            <ac:spMk id="5" creationId="{00000000-0000-0000-0000-000000000000}"/>
          </ac:spMkLst>
        </pc:spChg>
        <pc:spChg chg="mod">
          <ac:chgData name="Eder Silva" userId="9b7f41b4-798d-40cf-8f87-8e33ae7a0417" providerId="ADAL" clId="{DFF9E84E-5922-4F26-9EAD-8AB4E668133E}" dt="2026-10-27T14:37:56.083" v="251" actId="947"/>
          <ac:spMkLst>
            <pc:docMk/>
            <pc:sldMk cId="1828763092" sldId="310"/>
            <ac:spMk id="7" creationId="{00000000-0000-0000-0000-000000000000}"/>
          </ac:spMkLst>
        </pc:spChg>
        <pc:spChg chg="mod">
          <ac:chgData name="Eder Silva" userId="9b7f41b4-798d-40cf-8f87-8e33ae7a0417" providerId="ADAL" clId="{DFF9E84E-5922-4F26-9EAD-8AB4E668133E}" dt="2026-10-27T14:37:56.087" v="252" actId="947"/>
          <ac:spMkLst>
            <pc:docMk/>
            <pc:sldMk cId="1828763092" sldId="310"/>
            <ac:spMk id="9" creationId="{00000000-0000-0000-0000-000000000000}"/>
          </ac:spMkLst>
        </pc:spChg>
        <pc:spChg chg="mod">
          <ac:chgData name="Eder Silva" userId="9b7f41b4-798d-40cf-8f87-8e33ae7a0417" providerId="ADAL" clId="{DFF9E84E-5922-4F26-9EAD-8AB4E668133E}" dt="2026-10-27T14:37:56.091" v="253" actId="947"/>
          <ac:spMkLst>
            <pc:docMk/>
            <pc:sldMk cId="1828763092" sldId="310"/>
            <ac:spMk id="11" creationId="{00000000-0000-0000-0000-000000000000}"/>
          </ac:spMkLst>
        </pc:spChg>
        <pc:spChg chg="mod">
          <ac:chgData name="Eder Silva" userId="9b7f41b4-798d-40cf-8f87-8e33ae7a0417" providerId="ADAL" clId="{DFF9E84E-5922-4F26-9EAD-8AB4E668133E}" dt="2026-10-27T15:51:21.566" v="720" actId="947"/>
          <ac:spMkLst>
            <pc:docMk/>
            <pc:sldMk cId="1828763092" sldId="310"/>
            <ac:spMk id="12" creationId="{00000000-0000-0000-0000-000000000000}"/>
          </ac:spMkLst>
        </pc:spChg>
      </pc:sldChg>
      <pc:sldChg chg="modSp add del mod ord modNotes">
        <pc:chgData name="Eder Silva" userId="9b7f41b4-798d-40cf-8f87-8e33ae7a0417" providerId="ADAL" clId="{DFF9E84E-5922-4F26-9EAD-8AB4E668133E}" dt="2026-10-27T20:24:35.766" v="1721" actId="2696"/>
        <pc:sldMkLst>
          <pc:docMk/>
          <pc:sldMk cId="2804858423" sldId="311"/>
        </pc:sldMkLst>
        <pc:spChg chg="mod">
          <ac:chgData name="Eder Silva" userId="9b7f41b4-798d-40cf-8f87-8e33ae7a0417" providerId="ADAL" clId="{DFF9E84E-5922-4F26-9EAD-8AB4E668133E}" dt="2026-10-27T14:37:56.140" v="259" actId="20577"/>
          <ac:spMkLst>
            <pc:docMk/>
            <pc:sldMk cId="2804858423" sldId="311"/>
            <ac:spMk id="3" creationId="{00000000-0000-0000-0000-000000000000}"/>
          </ac:spMkLst>
        </pc:spChg>
        <pc:spChg chg="mod">
          <ac:chgData name="Eder Silva" userId="9b7f41b4-798d-40cf-8f87-8e33ae7a0417" providerId="ADAL" clId="{DFF9E84E-5922-4F26-9EAD-8AB4E668133E}" dt="2026-10-27T14:37:56.343" v="264" actId="947"/>
          <ac:spMkLst>
            <pc:docMk/>
            <pc:sldMk cId="2804858423" sldId="311"/>
            <ac:spMk id="5" creationId="{00000000-0000-0000-0000-000000000000}"/>
          </ac:spMkLst>
        </pc:spChg>
        <pc:spChg chg="mod">
          <ac:chgData name="Eder Silva" userId="9b7f41b4-798d-40cf-8f87-8e33ae7a0417" providerId="ADAL" clId="{DFF9E84E-5922-4F26-9EAD-8AB4E668133E}" dt="2026-10-27T14:37:56.347" v="265" actId="947"/>
          <ac:spMkLst>
            <pc:docMk/>
            <pc:sldMk cId="2804858423" sldId="311"/>
            <ac:spMk id="7" creationId="{00000000-0000-0000-0000-000000000000}"/>
          </ac:spMkLst>
        </pc:spChg>
        <pc:spChg chg="mod">
          <ac:chgData name="Eder Silva" userId="9b7f41b4-798d-40cf-8f87-8e33ae7a0417" providerId="ADAL" clId="{DFF9E84E-5922-4F26-9EAD-8AB4E668133E}" dt="2026-10-27T14:37:56.352" v="266" actId="947"/>
          <ac:spMkLst>
            <pc:docMk/>
            <pc:sldMk cId="2804858423" sldId="311"/>
            <ac:spMk id="9" creationId="{00000000-0000-0000-0000-000000000000}"/>
          </ac:spMkLst>
        </pc:spChg>
        <pc:spChg chg="mod">
          <ac:chgData name="Eder Silva" userId="9b7f41b4-798d-40cf-8f87-8e33ae7a0417" providerId="ADAL" clId="{DFF9E84E-5922-4F26-9EAD-8AB4E668133E}" dt="2026-10-27T14:37:56.356" v="267" actId="947"/>
          <ac:spMkLst>
            <pc:docMk/>
            <pc:sldMk cId="2804858423" sldId="311"/>
            <ac:spMk id="11" creationId="{00000000-0000-0000-0000-000000000000}"/>
          </ac:spMkLst>
        </pc:spChg>
        <pc:spChg chg="mod">
          <ac:chgData name="Eder Silva" userId="9b7f41b4-798d-40cf-8f87-8e33ae7a0417" providerId="ADAL" clId="{DFF9E84E-5922-4F26-9EAD-8AB4E668133E}" dt="2026-10-27T15:51:21.634" v="728" actId="947"/>
          <ac:spMkLst>
            <pc:docMk/>
            <pc:sldMk cId="2804858423" sldId="311"/>
            <ac:spMk id="12" creationId="{00000000-0000-0000-0000-000000000000}"/>
          </ac:spMkLst>
        </pc:spChg>
      </pc:sldChg>
      <pc:sldChg chg="modSp add del mod ord modNotes">
        <pc:chgData name="Eder Silva" userId="9b7f41b4-798d-40cf-8f87-8e33ae7a0417" providerId="ADAL" clId="{DFF9E84E-5922-4F26-9EAD-8AB4E668133E}" dt="2026-10-27T20:24:35.763" v="1720" actId="2696"/>
        <pc:sldMkLst>
          <pc:docMk/>
          <pc:sldMk cId="849568494" sldId="312"/>
        </pc:sldMkLst>
        <pc:spChg chg="mod">
          <ac:chgData name="Eder Silva" userId="9b7f41b4-798d-40cf-8f87-8e33ae7a0417" providerId="ADAL" clId="{DFF9E84E-5922-4F26-9EAD-8AB4E668133E}" dt="2026-10-27T14:37:56.400" v="273" actId="20577"/>
          <ac:spMkLst>
            <pc:docMk/>
            <pc:sldMk cId="849568494" sldId="312"/>
            <ac:spMk id="3" creationId="{00000000-0000-0000-0000-000000000000}"/>
          </ac:spMkLst>
        </pc:spChg>
        <pc:spChg chg="mod">
          <ac:chgData name="Eder Silva" userId="9b7f41b4-798d-40cf-8f87-8e33ae7a0417" providerId="ADAL" clId="{DFF9E84E-5922-4F26-9EAD-8AB4E668133E}" dt="2026-10-27T14:37:56.638" v="278" actId="947"/>
          <ac:spMkLst>
            <pc:docMk/>
            <pc:sldMk cId="849568494" sldId="312"/>
            <ac:spMk id="5" creationId="{00000000-0000-0000-0000-000000000000}"/>
          </ac:spMkLst>
        </pc:spChg>
        <pc:spChg chg="mod">
          <ac:chgData name="Eder Silva" userId="9b7f41b4-798d-40cf-8f87-8e33ae7a0417" providerId="ADAL" clId="{DFF9E84E-5922-4F26-9EAD-8AB4E668133E}" dt="2026-10-27T14:37:56.642" v="279" actId="947"/>
          <ac:spMkLst>
            <pc:docMk/>
            <pc:sldMk cId="849568494" sldId="312"/>
            <ac:spMk id="7" creationId="{00000000-0000-0000-0000-000000000000}"/>
          </ac:spMkLst>
        </pc:spChg>
        <pc:spChg chg="mod">
          <ac:chgData name="Eder Silva" userId="9b7f41b4-798d-40cf-8f87-8e33ae7a0417" providerId="ADAL" clId="{DFF9E84E-5922-4F26-9EAD-8AB4E668133E}" dt="2026-10-27T14:37:56.646" v="280" actId="947"/>
          <ac:spMkLst>
            <pc:docMk/>
            <pc:sldMk cId="849568494" sldId="312"/>
            <ac:spMk id="9" creationId="{00000000-0000-0000-0000-000000000000}"/>
          </ac:spMkLst>
        </pc:spChg>
        <pc:spChg chg="mod">
          <ac:chgData name="Eder Silva" userId="9b7f41b4-798d-40cf-8f87-8e33ae7a0417" providerId="ADAL" clId="{DFF9E84E-5922-4F26-9EAD-8AB4E668133E}" dt="2026-10-27T14:37:56.651" v="281" actId="947"/>
          <ac:spMkLst>
            <pc:docMk/>
            <pc:sldMk cId="849568494" sldId="312"/>
            <ac:spMk id="11" creationId="{00000000-0000-0000-0000-000000000000}"/>
          </ac:spMkLst>
        </pc:spChg>
        <pc:spChg chg="mod">
          <ac:chgData name="Eder Silva" userId="9b7f41b4-798d-40cf-8f87-8e33ae7a0417" providerId="ADAL" clId="{DFF9E84E-5922-4F26-9EAD-8AB4E668133E}" dt="2026-10-27T15:51:21.729" v="740" actId="947"/>
          <ac:spMkLst>
            <pc:docMk/>
            <pc:sldMk cId="849568494" sldId="312"/>
            <ac:spMk id="12" creationId="{00000000-0000-0000-0000-000000000000}"/>
          </ac:spMkLst>
        </pc:spChg>
      </pc:sldChg>
      <pc:sldChg chg="modSp add del mod ord modNotes">
        <pc:chgData name="Eder Silva" userId="9b7f41b4-798d-40cf-8f87-8e33ae7a0417" providerId="ADAL" clId="{DFF9E84E-5922-4F26-9EAD-8AB4E668133E}" dt="2026-10-27T20:24:35.760" v="1719" actId="2696"/>
        <pc:sldMkLst>
          <pc:docMk/>
          <pc:sldMk cId="2312422262" sldId="313"/>
        </pc:sldMkLst>
        <pc:spChg chg="mod">
          <ac:chgData name="Eder Silva" userId="9b7f41b4-798d-40cf-8f87-8e33ae7a0417" providerId="ADAL" clId="{DFF9E84E-5922-4F26-9EAD-8AB4E668133E}" dt="2026-10-27T14:37:56.696" v="288" actId="20577"/>
          <ac:spMkLst>
            <pc:docMk/>
            <pc:sldMk cId="2312422262" sldId="313"/>
            <ac:spMk id="2" creationId="{00000000-0000-0000-0000-000000000000}"/>
          </ac:spMkLst>
        </pc:spChg>
        <pc:spChg chg="mod">
          <ac:chgData name="Eder Silva" userId="9b7f41b4-798d-40cf-8f87-8e33ae7a0417" providerId="ADAL" clId="{DFF9E84E-5922-4F26-9EAD-8AB4E668133E}" dt="2026-10-27T14:37:56.703" v="289" actId="20577"/>
          <ac:spMkLst>
            <pc:docMk/>
            <pc:sldMk cId="2312422262" sldId="313"/>
            <ac:spMk id="3" creationId="{00000000-0000-0000-0000-000000000000}"/>
          </ac:spMkLst>
        </pc:spChg>
      </pc:sldChg>
      <pc:sldChg chg="modSp add del mod ord modNotes">
        <pc:chgData name="Eder Silva" userId="9b7f41b4-798d-40cf-8f87-8e33ae7a0417" providerId="ADAL" clId="{DFF9E84E-5922-4F26-9EAD-8AB4E668133E}" dt="2026-10-27T20:24:35.758" v="1718" actId="2696"/>
        <pc:sldMkLst>
          <pc:docMk/>
          <pc:sldMk cId="1880627143" sldId="314"/>
        </pc:sldMkLst>
        <pc:spChg chg="mod">
          <ac:chgData name="Eder Silva" userId="9b7f41b4-798d-40cf-8f87-8e33ae7a0417" providerId="ADAL" clId="{DFF9E84E-5922-4F26-9EAD-8AB4E668133E}" dt="2026-10-27T14:37:56.743" v="294" actId="20577"/>
          <ac:spMkLst>
            <pc:docMk/>
            <pc:sldMk cId="1880627143" sldId="314"/>
            <ac:spMk id="3" creationId="{00000000-0000-0000-0000-000000000000}"/>
          </ac:spMkLst>
        </pc:spChg>
        <pc:spChg chg="mod">
          <ac:chgData name="Eder Silva" userId="9b7f41b4-798d-40cf-8f87-8e33ae7a0417" providerId="ADAL" clId="{DFF9E84E-5922-4F26-9EAD-8AB4E668133E}" dt="2026-10-27T14:37:56.749" v="295" actId="20577"/>
          <ac:spMkLst>
            <pc:docMk/>
            <pc:sldMk cId="1880627143" sldId="314"/>
            <ac:spMk id="4" creationId="{00000000-0000-0000-0000-000000000000}"/>
          </ac:spMkLst>
        </pc:spChg>
        <pc:spChg chg="mod">
          <ac:chgData name="Eder Silva" userId="9b7f41b4-798d-40cf-8f87-8e33ae7a0417" providerId="ADAL" clId="{DFF9E84E-5922-4F26-9EAD-8AB4E668133E}" dt="2026-10-27T15:51:21.844" v="756" actId="947"/>
          <ac:spMkLst>
            <pc:docMk/>
            <pc:sldMk cId="1880627143" sldId="314"/>
            <ac:spMk id="6" creationId="{00000000-0000-0000-0000-000000000000}"/>
          </ac:spMkLst>
        </pc:spChg>
      </pc:sldChg>
      <pc:sldChg chg="modSp add del mod ord modNotes">
        <pc:chgData name="Eder Silva" userId="9b7f41b4-798d-40cf-8f87-8e33ae7a0417" providerId="ADAL" clId="{DFF9E84E-5922-4F26-9EAD-8AB4E668133E}" dt="2026-10-27T20:24:35.755" v="1717" actId="2696"/>
        <pc:sldMkLst>
          <pc:docMk/>
          <pc:sldMk cId="1157505591" sldId="315"/>
        </pc:sldMkLst>
        <pc:spChg chg="mod">
          <ac:chgData name="Eder Silva" userId="9b7f41b4-798d-40cf-8f87-8e33ae7a0417" providerId="ADAL" clId="{DFF9E84E-5922-4F26-9EAD-8AB4E668133E}" dt="2026-10-27T14:37:56.797" v="301" actId="20577"/>
          <ac:spMkLst>
            <pc:docMk/>
            <pc:sldMk cId="1157505591" sldId="315"/>
            <ac:spMk id="3" creationId="{00000000-0000-0000-0000-000000000000}"/>
          </ac:spMkLst>
        </pc:spChg>
        <pc:spChg chg="mod">
          <ac:chgData name="Eder Silva" userId="9b7f41b4-798d-40cf-8f87-8e33ae7a0417" providerId="ADAL" clId="{DFF9E84E-5922-4F26-9EAD-8AB4E668133E}" dt="2026-10-27T14:37:57.009" v="306" actId="947"/>
          <ac:spMkLst>
            <pc:docMk/>
            <pc:sldMk cId="1157505591" sldId="315"/>
            <ac:spMk id="5" creationId="{00000000-0000-0000-0000-000000000000}"/>
          </ac:spMkLst>
        </pc:spChg>
        <pc:spChg chg="mod">
          <ac:chgData name="Eder Silva" userId="9b7f41b4-798d-40cf-8f87-8e33ae7a0417" providerId="ADAL" clId="{DFF9E84E-5922-4F26-9EAD-8AB4E668133E}" dt="2026-10-27T14:37:57.013" v="307" actId="947"/>
          <ac:spMkLst>
            <pc:docMk/>
            <pc:sldMk cId="1157505591" sldId="315"/>
            <ac:spMk id="7" creationId="{00000000-0000-0000-0000-000000000000}"/>
          </ac:spMkLst>
        </pc:spChg>
        <pc:spChg chg="mod">
          <ac:chgData name="Eder Silva" userId="9b7f41b4-798d-40cf-8f87-8e33ae7a0417" providerId="ADAL" clId="{DFF9E84E-5922-4F26-9EAD-8AB4E668133E}" dt="2026-10-27T14:37:57.017" v="308" actId="947"/>
          <ac:spMkLst>
            <pc:docMk/>
            <pc:sldMk cId="1157505591" sldId="315"/>
            <ac:spMk id="9" creationId="{00000000-0000-0000-0000-000000000000}"/>
          </ac:spMkLst>
        </pc:spChg>
        <pc:spChg chg="mod">
          <ac:chgData name="Eder Silva" userId="9b7f41b4-798d-40cf-8f87-8e33ae7a0417" providerId="ADAL" clId="{DFF9E84E-5922-4F26-9EAD-8AB4E668133E}" dt="2026-10-27T14:37:57.021" v="309" actId="947"/>
          <ac:spMkLst>
            <pc:docMk/>
            <pc:sldMk cId="1157505591" sldId="315"/>
            <ac:spMk id="11" creationId="{00000000-0000-0000-0000-000000000000}"/>
          </ac:spMkLst>
        </pc:spChg>
        <pc:spChg chg="mod">
          <ac:chgData name="Eder Silva" userId="9b7f41b4-798d-40cf-8f87-8e33ae7a0417" providerId="ADAL" clId="{DFF9E84E-5922-4F26-9EAD-8AB4E668133E}" dt="2026-10-27T15:51:21.929" v="768" actId="947"/>
          <ac:spMkLst>
            <pc:docMk/>
            <pc:sldMk cId="1157505591" sldId="315"/>
            <ac:spMk id="12" creationId="{00000000-0000-0000-0000-000000000000}"/>
          </ac:spMkLst>
        </pc:spChg>
      </pc:sldChg>
      <pc:sldChg chg="modSp add del mod ord modNotes">
        <pc:chgData name="Eder Silva" userId="9b7f41b4-798d-40cf-8f87-8e33ae7a0417" providerId="ADAL" clId="{DFF9E84E-5922-4F26-9EAD-8AB4E668133E}" dt="2026-10-27T20:24:35.753" v="1716" actId="2696"/>
        <pc:sldMkLst>
          <pc:docMk/>
          <pc:sldMk cId="1559015988" sldId="316"/>
        </pc:sldMkLst>
        <pc:spChg chg="mod">
          <ac:chgData name="Eder Silva" userId="9b7f41b4-798d-40cf-8f87-8e33ae7a0417" providerId="ADAL" clId="{DFF9E84E-5922-4F26-9EAD-8AB4E668133E}" dt="2026-10-27T14:37:57.072" v="315" actId="20577"/>
          <ac:spMkLst>
            <pc:docMk/>
            <pc:sldMk cId="1559015988" sldId="316"/>
            <ac:spMk id="3" creationId="{00000000-0000-0000-0000-000000000000}"/>
          </ac:spMkLst>
        </pc:spChg>
        <pc:spChg chg="mod">
          <ac:chgData name="Eder Silva" userId="9b7f41b4-798d-40cf-8f87-8e33ae7a0417" providerId="ADAL" clId="{DFF9E84E-5922-4F26-9EAD-8AB4E668133E}" dt="2026-10-27T14:37:57.351" v="321" actId="947"/>
          <ac:spMkLst>
            <pc:docMk/>
            <pc:sldMk cId="1559015988" sldId="316"/>
            <ac:spMk id="5" creationId="{00000000-0000-0000-0000-000000000000}"/>
          </ac:spMkLst>
        </pc:spChg>
        <pc:spChg chg="mod">
          <ac:chgData name="Eder Silva" userId="9b7f41b4-798d-40cf-8f87-8e33ae7a0417" providerId="ADAL" clId="{DFF9E84E-5922-4F26-9EAD-8AB4E668133E}" dt="2026-10-27T14:37:57.355" v="322" actId="947"/>
          <ac:spMkLst>
            <pc:docMk/>
            <pc:sldMk cId="1559015988" sldId="316"/>
            <ac:spMk id="7" creationId="{00000000-0000-0000-0000-000000000000}"/>
          </ac:spMkLst>
        </pc:spChg>
        <pc:spChg chg="mod">
          <ac:chgData name="Eder Silva" userId="9b7f41b4-798d-40cf-8f87-8e33ae7a0417" providerId="ADAL" clId="{DFF9E84E-5922-4F26-9EAD-8AB4E668133E}" dt="2026-10-27T14:37:57.359" v="323" actId="947"/>
          <ac:spMkLst>
            <pc:docMk/>
            <pc:sldMk cId="1559015988" sldId="316"/>
            <ac:spMk id="9" creationId="{00000000-0000-0000-0000-000000000000}"/>
          </ac:spMkLst>
        </pc:spChg>
        <pc:spChg chg="mod">
          <ac:chgData name="Eder Silva" userId="9b7f41b4-798d-40cf-8f87-8e33ae7a0417" providerId="ADAL" clId="{DFF9E84E-5922-4F26-9EAD-8AB4E668133E}" dt="2026-10-27T14:37:57.364" v="324" actId="947"/>
          <ac:spMkLst>
            <pc:docMk/>
            <pc:sldMk cId="1559015988" sldId="316"/>
            <ac:spMk id="11" creationId="{00000000-0000-0000-0000-000000000000}"/>
          </ac:spMkLst>
        </pc:spChg>
        <pc:spChg chg="mod">
          <ac:chgData name="Eder Silva" userId="9b7f41b4-798d-40cf-8f87-8e33ae7a0417" providerId="ADAL" clId="{DFF9E84E-5922-4F26-9EAD-8AB4E668133E}" dt="2026-10-27T14:37:57.368" v="325" actId="947"/>
          <ac:spMkLst>
            <pc:docMk/>
            <pc:sldMk cId="1559015988" sldId="316"/>
            <ac:spMk id="13" creationId="{00000000-0000-0000-0000-000000000000}"/>
          </ac:spMkLst>
        </pc:spChg>
        <pc:spChg chg="mod">
          <ac:chgData name="Eder Silva" userId="9b7f41b4-798d-40cf-8f87-8e33ae7a0417" providerId="ADAL" clId="{DFF9E84E-5922-4F26-9EAD-8AB4E668133E}" dt="2026-10-27T15:51:22.055" v="788" actId="947"/>
          <ac:spMkLst>
            <pc:docMk/>
            <pc:sldMk cId="1559015988" sldId="316"/>
            <ac:spMk id="14" creationId="{00000000-0000-0000-0000-000000000000}"/>
          </ac:spMkLst>
        </pc:spChg>
      </pc:sldChg>
      <pc:sldChg chg="modSp add del mod ord modNotes">
        <pc:chgData name="Eder Silva" userId="9b7f41b4-798d-40cf-8f87-8e33ae7a0417" providerId="ADAL" clId="{DFF9E84E-5922-4F26-9EAD-8AB4E668133E}" dt="2026-10-27T20:24:35.750" v="1715" actId="2696"/>
        <pc:sldMkLst>
          <pc:docMk/>
          <pc:sldMk cId="2416029850" sldId="317"/>
        </pc:sldMkLst>
        <pc:spChg chg="mod">
          <ac:chgData name="Eder Silva" userId="9b7f41b4-798d-40cf-8f87-8e33ae7a0417" providerId="ADAL" clId="{DFF9E84E-5922-4F26-9EAD-8AB4E668133E}" dt="2026-10-27T14:37:57.405" v="331" actId="20577"/>
          <ac:spMkLst>
            <pc:docMk/>
            <pc:sldMk cId="2416029850" sldId="317"/>
            <ac:spMk id="2" creationId="{00000000-0000-0000-0000-000000000000}"/>
          </ac:spMkLst>
        </pc:spChg>
        <pc:spChg chg="mod">
          <ac:chgData name="Eder Silva" userId="9b7f41b4-798d-40cf-8f87-8e33ae7a0417" providerId="ADAL" clId="{DFF9E84E-5922-4F26-9EAD-8AB4E668133E}" dt="2026-10-27T14:37:57.410" v="332" actId="20577"/>
          <ac:spMkLst>
            <pc:docMk/>
            <pc:sldMk cId="2416029850" sldId="317"/>
            <ac:spMk id="3" creationId="{00000000-0000-0000-0000-000000000000}"/>
          </ac:spMkLst>
        </pc:spChg>
      </pc:sldChg>
      <pc:sldChg chg="modSp add del mod ord modNotes">
        <pc:chgData name="Eder Silva" userId="9b7f41b4-798d-40cf-8f87-8e33ae7a0417" providerId="ADAL" clId="{DFF9E84E-5922-4F26-9EAD-8AB4E668133E}" dt="2026-10-27T20:24:35.747" v="1714" actId="2696"/>
        <pc:sldMkLst>
          <pc:docMk/>
          <pc:sldMk cId="884681944" sldId="318"/>
        </pc:sldMkLst>
        <pc:spChg chg="mod">
          <ac:chgData name="Eder Silva" userId="9b7f41b4-798d-40cf-8f87-8e33ae7a0417" providerId="ADAL" clId="{DFF9E84E-5922-4F26-9EAD-8AB4E668133E}" dt="2026-10-27T14:37:57.445" v="337" actId="20577"/>
          <ac:spMkLst>
            <pc:docMk/>
            <pc:sldMk cId="884681944" sldId="318"/>
            <ac:spMk id="3" creationId="{00000000-0000-0000-0000-000000000000}"/>
          </ac:spMkLst>
        </pc:spChg>
        <pc:spChg chg="mod">
          <ac:chgData name="Eder Silva" userId="9b7f41b4-798d-40cf-8f87-8e33ae7a0417" providerId="ADAL" clId="{DFF9E84E-5922-4F26-9EAD-8AB4E668133E}" dt="2026-10-27T14:37:57.652" v="342" actId="947"/>
          <ac:spMkLst>
            <pc:docMk/>
            <pc:sldMk cId="884681944" sldId="318"/>
            <ac:spMk id="5" creationId="{00000000-0000-0000-0000-000000000000}"/>
          </ac:spMkLst>
        </pc:spChg>
        <pc:spChg chg="mod">
          <ac:chgData name="Eder Silva" userId="9b7f41b4-798d-40cf-8f87-8e33ae7a0417" providerId="ADAL" clId="{DFF9E84E-5922-4F26-9EAD-8AB4E668133E}" dt="2026-10-27T14:37:57.656" v="343" actId="947"/>
          <ac:spMkLst>
            <pc:docMk/>
            <pc:sldMk cId="884681944" sldId="318"/>
            <ac:spMk id="7" creationId="{00000000-0000-0000-0000-000000000000}"/>
          </ac:spMkLst>
        </pc:spChg>
        <pc:spChg chg="mod">
          <ac:chgData name="Eder Silva" userId="9b7f41b4-798d-40cf-8f87-8e33ae7a0417" providerId="ADAL" clId="{DFF9E84E-5922-4F26-9EAD-8AB4E668133E}" dt="2026-10-27T14:37:57.659" v="344" actId="947"/>
          <ac:spMkLst>
            <pc:docMk/>
            <pc:sldMk cId="884681944" sldId="318"/>
            <ac:spMk id="9" creationId="{00000000-0000-0000-0000-000000000000}"/>
          </ac:spMkLst>
        </pc:spChg>
        <pc:spChg chg="mod">
          <ac:chgData name="Eder Silva" userId="9b7f41b4-798d-40cf-8f87-8e33ae7a0417" providerId="ADAL" clId="{DFF9E84E-5922-4F26-9EAD-8AB4E668133E}" dt="2026-10-27T15:44:25.511" v="521" actId="114"/>
          <ac:spMkLst>
            <pc:docMk/>
            <pc:sldMk cId="884681944" sldId="318"/>
            <ac:spMk id="11" creationId="{00000000-0000-0000-0000-000000000000}"/>
          </ac:spMkLst>
        </pc:spChg>
        <pc:spChg chg="mod">
          <ac:chgData name="Eder Silva" userId="9b7f41b4-798d-40cf-8f87-8e33ae7a0417" providerId="ADAL" clId="{DFF9E84E-5922-4F26-9EAD-8AB4E668133E}" dt="2026-10-27T15:51:22.161" v="804" actId="947"/>
          <ac:spMkLst>
            <pc:docMk/>
            <pc:sldMk cId="884681944" sldId="318"/>
            <ac:spMk id="12" creationId="{00000000-0000-0000-0000-000000000000}"/>
          </ac:spMkLst>
        </pc:spChg>
      </pc:sldChg>
      <pc:sldChg chg="modSp add del mod ord modNotes">
        <pc:chgData name="Eder Silva" userId="9b7f41b4-798d-40cf-8f87-8e33ae7a0417" providerId="ADAL" clId="{DFF9E84E-5922-4F26-9EAD-8AB4E668133E}" dt="2026-10-27T20:24:35.744" v="1713" actId="2696"/>
        <pc:sldMkLst>
          <pc:docMk/>
          <pc:sldMk cId="552525274" sldId="319"/>
        </pc:sldMkLst>
        <pc:spChg chg="mod">
          <ac:chgData name="Eder Silva" userId="9b7f41b4-798d-40cf-8f87-8e33ae7a0417" providerId="ADAL" clId="{DFF9E84E-5922-4F26-9EAD-8AB4E668133E}" dt="2026-10-27T14:37:57.706" v="351" actId="20577"/>
          <ac:spMkLst>
            <pc:docMk/>
            <pc:sldMk cId="552525274" sldId="319"/>
            <ac:spMk id="3" creationId="{00000000-0000-0000-0000-000000000000}"/>
          </ac:spMkLst>
        </pc:spChg>
        <pc:spChg chg="mod">
          <ac:chgData name="Eder Silva" userId="9b7f41b4-798d-40cf-8f87-8e33ae7a0417" providerId="ADAL" clId="{DFF9E84E-5922-4F26-9EAD-8AB4E668133E}" dt="2026-10-27T14:37:57.904" v="356" actId="947"/>
          <ac:spMkLst>
            <pc:docMk/>
            <pc:sldMk cId="552525274" sldId="319"/>
            <ac:spMk id="5" creationId="{00000000-0000-0000-0000-000000000000}"/>
          </ac:spMkLst>
        </pc:spChg>
        <pc:spChg chg="mod">
          <ac:chgData name="Eder Silva" userId="9b7f41b4-798d-40cf-8f87-8e33ae7a0417" providerId="ADAL" clId="{DFF9E84E-5922-4F26-9EAD-8AB4E668133E}" dt="2026-10-27T14:37:57.908" v="357" actId="947"/>
          <ac:spMkLst>
            <pc:docMk/>
            <pc:sldMk cId="552525274" sldId="319"/>
            <ac:spMk id="7" creationId="{00000000-0000-0000-0000-000000000000}"/>
          </ac:spMkLst>
        </pc:spChg>
        <pc:spChg chg="mod">
          <ac:chgData name="Eder Silva" userId="9b7f41b4-798d-40cf-8f87-8e33ae7a0417" providerId="ADAL" clId="{DFF9E84E-5922-4F26-9EAD-8AB4E668133E}" dt="2026-10-27T14:37:57.913" v="358" actId="947"/>
          <ac:spMkLst>
            <pc:docMk/>
            <pc:sldMk cId="552525274" sldId="319"/>
            <ac:spMk id="9" creationId="{00000000-0000-0000-0000-000000000000}"/>
          </ac:spMkLst>
        </pc:spChg>
        <pc:spChg chg="mod">
          <ac:chgData name="Eder Silva" userId="9b7f41b4-798d-40cf-8f87-8e33ae7a0417" providerId="ADAL" clId="{DFF9E84E-5922-4F26-9EAD-8AB4E668133E}" dt="2026-10-27T14:37:57.917" v="359" actId="947"/>
          <ac:spMkLst>
            <pc:docMk/>
            <pc:sldMk cId="552525274" sldId="319"/>
            <ac:spMk id="11" creationId="{00000000-0000-0000-0000-000000000000}"/>
          </ac:spMkLst>
        </pc:spChg>
        <pc:spChg chg="mod">
          <ac:chgData name="Eder Silva" userId="9b7f41b4-798d-40cf-8f87-8e33ae7a0417" providerId="ADAL" clId="{DFF9E84E-5922-4F26-9EAD-8AB4E668133E}" dt="2026-10-27T15:51:22.284" v="824" actId="947"/>
          <ac:spMkLst>
            <pc:docMk/>
            <pc:sldMk cId="552525274" sldId="319"/>
            <ac:spMk id="12" creationId="{00000000-0000-0000-0000-000000000000}"/>
          </ac:spMkLst>
        </pc:spChg>
      </pc:sldChg>
      <pc:sldChg chg="modSp add del mod ord modNotes">
        <pc:chgData name="Eder Silva" userId="9b7f41b4-798d-40cf-8f87-8e33ae7a0417" providerId="ADAL" clId="{DFF9E84E-5922-4F26-9EAD-8AB4E668133E}" dt="2026-10-27T20:24:35.742" v="1712" actId="2696"/>
        <pc:sldMkLst>
          <pc:docMk/>
          <pc:sldMk cId="3541545579" sldId="320"/>
        </pc:sldMkLst>
        <pc:spChg chg="mod">
          <ac:chgData name="Eder Silva" userId="9b7f41b4-798d-40cf-8f87-8e33ae7a0417" providerId="ADAL" clId="{DFF9E84E-5922-4F26-9EAD-8AB4E668133E}" dt="2026-10-27T14:37:57.962" v="365" actId="20577"/>
          <ac:spMkLst>
            <pc:docMk/>
            <pc:sldMk cId="3541545579" sldId="320"/>
            <ac:spMk id="3" creationId="{00000000-0000-0000-0000-000000000000}"/>
          </ac:spMkLst>
        </pc:spChg>
        <pc:spChg chg="mod">
          <ac:chgData name="Eder Silva" userId="9b7f41b4-798d-40cf-8f87-8e33ae7a0417" providerId="ADAL" clId="{DFF9E84E-5922-4F26-9EAD-8AB4E668133E}" dt="2026-10-27T14:37:58.232" v="371" actId="947"/>
          <ac:spMkLst>
            <pc:docMk/>
            <pc:sldMk cId="3541545579" sldId="320"/>
            <ac:spMk id="5" creationId="{00000000-0000-0000-0000-000000000000}"/>
          </ac:spMkLst>
        </pc:spChg>
        <pc:spChg chg="mod">
          <ac:chgData name="Eder Silva" userId="9b7f41b4-798d-40cf-8f87-8e33ae7a0417" providerId="ADAL" clId="{DFF9E84E-5922-4F26-9EAD-8AB4E668133E}" dt="2026-10-27T14:37:58.236" v="372" actId="947"/>
          <ac:spMkLst>
            <pc:docMk/>
            <pc:sldMk cId="3541545579" sldId="320"/>
            <ac:spMk id="7" creationId="{00000000-0000-0000-0000-000000000000}"/>
          </ac:spMkLst>
        </pc:spChg>
        <pc:spChg chg="mod">
          <ac:chgData name="Eder Silva" userId="9b7f41b4-798d-40cf-8f87-8e33ae7a0417" providerId="ADAL" clId="{DFF9E84E-5922-4F26-9EAD-8AB4E668133E}" dt="2026-10-27T14:37:58.240" v="373" actId="947"/>
          <ac:spMkLst>
            <pc:docMk/>
            <pc:sldMk cId="3541545579" sldId="320"/>
            <ac:spMk id="9" creationId="{00000000-0000-0000-0000-000000000000}"/>
          </ac:spMkLst>
        </pc:spChg>
        <pc:spChg chg="mod">
          <ac:chgData name="Eder Silva" userId="9b7f41b4-798d-40cf-8f87-8e33ae7a0417" providerId="ADAL" clId="{DFF9E84E-5922-4F26-9EAD-8AB4E668133E}" dt="2026-10-27T14:37:58.246" v="374" actId="947"/>
          <ac:spMkLst>
            <pc:docMk/>
            <pc:sldMk cId="3541545579" sldId="320"/>
            <ac:spMk id="11" creationId="{00000000-0000-0000-0000-000000000000}"/>
          </ac:spMkLst>
        </pc:spChg>
        <pc:spChg chg="mod">
          <ac:chgData name="Eder Silva" userId="9b7f41b4-798d-40cf-8f87-8e33ae7a0417" providerId="ADAL" clId="{DFF9E84E-5922-4F26-9EAD-8AB4E668133E}" dt="2026-10-27T14:37:58.252" v="375" actId="947"/>
          <ac:spMkLst>
            <pc:docMk/>
            <pc:sldMk cId="3541545579" sldId="320"/>
            <ac:spMk id="13" creationId="{00000000-0000-0000-0000-000000000000}"/>
          </ac:spMkLst>
        </pc:spChg>
        <pc:spChg chg="mod">
          <ac:chgData name="Eder Silva" userId="9b7f41b4-798d-40cf-8f87-8e33ae7a0417" providerId="ADAL" clId="{DFF9E84E-5922-4F26-9EAD-8AB4E668133E}" dt="2026-10-27T15:51:22.534" v="852" actId="947"/>
          <ac:spMkLst>
            <pc:docMk/>
            <pc:sldMk cId="3541545579" sldId="320"/>
            <ac:spMk id="14" creationId="{00000000-0000-0000-0000-000000000000}"/>
          </ac:spMkLst>
        </pc:spChg>
      </pc:sldChg>
      <pc:sldChg chg="modSp add del mod ord modNotes">
        <pc:chgData name="Eder Silva" userId="9b7f41b4-798d-40cf-8f87-8e33ae7a0417" providerId="ADAL" clId="{DFF9E84E-5922-4F26-9EAD-8AB4E668133E}" dt="2026-10-27T20:24:35.739" v="1711" actId="2696"/>
        <pc:sldMkLst>
          <pc:docMk/>
          <pc:sldMk cId="2086514603" sldId="321"/>
        </pc:sldMkLst>
        <pc:spChg chg="mod">
          <ac:chgData name="Eder Silva" userId="9b7f41b4-798d-40cf-8f87-8e33ae7a0417" providerId="ADAL" clId="{DFF9E84E-5922-4F26-9EAD-8AB4E668133E}" dt="2026-10-27T14:37:58.286" v="381" actId="20577"/>
          <ac:spMkLst>
            <pc:docMk/>
            <pc:sldMk cId="2086514603" sldId="321"/>
            <ac:spMk id="2" creationId="{00000000-0000-0000-0000-000000000000}"/>
          </ac:spMkLst>
        </pc:spChg>
        <pc:spChg chg="mod">
          <ac:chgData name="Eder Silva" userId="9b7f41b4-798d-40cf-8f87-8e33ae7a0417" providerId="ADAL" clId="{DFF9E84E-5922-4F26-9EAD-8AB4E668133E}" dt="2026-10-27T14:37:58.291" v="382" actId="20577"/>
          <ac:spMkLst>
            <pc:docMk/>
            <pc:sldMk cId="2086514603" sldId="321"/>
            <ac:spMk id="3" creationId="{00000000-0000-0000-0000-000000000000}"/>
          </ac:spMkLst>
        </pc:spChg>
      </pc:sldChg>
      <pc:sldChg chg="modSp add del mod ord modNotes">
        <pc:chgData name="Eder Silva" userId="9b7f41b4-798d-40cf-8f87-8e33ae7a0417" providerId="ADAL" clId="{DFF9E84E-5922-4F26-9EAD-8AB4E668133E}" dt="2026-10-27T20:24:35.737" v="1710" actId="2696"/>
        <pc:sldMkLst>
          <pc:docMk/>
          <pc:sldMk cId="3875413146" sldId="322"/>
        </pc:sldMkLst>
        <pc:spChg chg="mod">
          <ac:chgData name="Eder Silva" userId="9b7f41b4-798d-40cf-8f87-8e33ae7a0417" providerId="ADAL" clId="{DFF9E84E-5922-4F26-9EAD-8AB4E668133E}" dt="2026-10-27T14:37:58.385" v="387" actId="20577"/>
          <ac:spMkLst>
            <pc:docMk/>
            <pc:sldMk cId="3875413146" sldId="322"/>
            <ac:spMk id="3" creationId="{00000000-0000-0000-0000-000000000000}"/>
          </ac:spMkLst>
        </pc:spChg>
        <pc:spChg chg="mod">
          <ac:chgData name="Eder Silva" userId="9b7f41b4-798d-40cf-8f87-8e33ae7a0417" providerId="ADAL" clId="{DFF9E84E-5922-4F26-9EAD-8AB4E668133E}" dt="2026-10-27T14:37:58.391" v="388" actId="20577"/>
          <ac:spMkLst>
            <pc:docMk/>
            <pc:sldMk cId="3875413146" sldId="322"/>
            <ac:spMk id="4" creationId="{00000000-0000-0000-0000-000000000000}"/>
          </ac:spMkLst>
        </pc:spChg>
        <pc:spChg chg="mod">
          <ac:chgData name="Eder Silva" userId="9b7f41b4-798d-40cf-8f87-8e33ae7a0417" providerId="ADAL" clId="{DFF9E84E-5922-4F26-9EAD-8AB4E668133E}" dt="2026-10-27T15:51:22.637" v="868" actId="947"/>
          <ac:spMkLst>
            <pc:docMk/>
            <pc:sldMk cId="3875413146" sldId="322"/>
            <ac:spMk id="6" creationId="{00000000-0000-0000-0000-000000000000}"/>
          </ac:spMkLst>
        </pc:spChg>
      </pc:sldChg>
      <pc:sldChg chg="modSp add del mod ord modNotes">
        <pc:chgData name="Eder Silva" userId="9b7f41b4-798d-40cf-8f87-8e33ae7a0417" providerId="ADAL" clId="{DFF9E84E-5922-4F26-9EAD-8AB4E668133E}" dt="2026-10-27T20:24:35.735" v="1709" actId="2696"/>
        <pc:sldMkLst>
          <pc:docMk/>
          <pc:sldMk cId="435937012" sldId="323"/>
        </pc:sldMkLst>
        <pc:spChg chg="mod">
          <ac:chgData name="Eder Silva" userId="9b7f41b4-798d-40cf-8f87-8e33ae7a0417" providerId="ADAL" clId="{DFF9E84E-5922-4F26-9EAD-8AB4E668133E}" dt="2026-10-27T14:37:58.443" v="394" actId="20577"/>
          <ac:spMkLst>
            <pc:docMk/>
            <pc:sldMk cId="435937012" sldId="323"/>
            <ac:spMk id="3" creationId="{00000000-0000-0000-0000-000000000000}"/>
          </ac:spMkLst>
        </pc:spChg>
        <pc:spChg chg="mod">
          <ac:chgData name="Eder Silva" userId="9b7f41b4-798d-40cf-8f87-8e33ae7a0417" providerId="ADAL" clId="{DFF9E84E-5922-4F26-9EAD-8AB4E668133E}" dt="2026-10-27T14:37:58.704" v="400" actId="947"/>
          <ac:spMkLst>
            <pc:docMk/>
            <pc:sldMk cId="435937012" sldId="323"/>
            <ac:spMk id="5" creationId="{00000000-0000-0000-0000-000000000000}"/>
          </ac:spMkLst>
        </pc:spChg>
        <pc:spChg chg="mod">
          <ac:chgData name="Eder Silva" userId="9b7f41b4-798d-40cf-8f87-8e33ae7a0417" providerId="ADAL" clId="{DFF9E84E-5922-4F26-9EAD-8AB4E668133E}" dt="2026-10-27T14:37:58.708" v="401" actId="947"/>
          <ac:spMkLst>
            <pc:docMk/>
            <pc:sldMk cId="435937012" sldId="323"/>
            <ac:spMk id="7" creationId="{00000000-0000-0000-0000-000000000000}"/>
          </ac:spMkLst>
        </pc:spChg>
        <pc:spChg chg="mod">
          <ac:chgData name="Eder Silva" userId="9b7f41b4-798d-40cf-8f87-8e33ae7a0417" providerId="ADAL" clId="{DFF9E84E-5922-4F26-9EAD-8AB4E668133E}" dt="2026-10-27T14:37:58.714" v="402" actId="947"/>
          <ac:spMkLst>
            <pc:docMk/>
            <pc:sldMk cId="435937012" sldId="323"/>
            <ac:spMk id="9" creationId="{00000000-0000-0000-0000-000000000000}"/>
          </ac:spMkLst>
        </pc:spChg>
        <pc:spChg chg="mod">
          <ac:chgData name="Eder Silva" userId="9b7f41b4-798d-40cf-8f87-8e33ae7a0417" providerId="ADAL" clId="{DFF9E84E-5922-4F26-9EAD-8AB4E668133E}" dt="2026-10-27T14:37:58.718" v="403" actId="947"/>
          <ac:spMkLst>
            <pc:docMk/>
            <pc:sldMk cId="435937012" sldId="323"/>
            <ac:spMk id="11" creationId="{00000000-0000-0000-0000-000000000000}"/>
          </ac:spMkLst>
        </pc:spChg>
        <pc:spChg chg="mod">
          <ac:chgData name="Eder Silva" userId="9b7f41b4-798d-40cf-8f87-8e33ae7a0417" providerId="ADAL" clId="{DFF9E84E-5922-4F26-9EAD-8AB4E668133E}" dt="2026-10-27T14:37:58.722" v="404" actId="947"/>
          <ac:spMkLst>
            <pc:docMk/>
            <pc:sldMk cId="435937012" sldId="323"/>
            <ac:spMk id="13" creationId="{00000000-0000-0000-0000-000000000000}"/>
          </ac:spMkLst>
        </pc:spChg>
        <pc:spChg chg="mod">
          <ac:chgData name="Eder Silva" userId="9b7f41b4-798d-40cf-8f87-8e33ae7a0417" providerId="ADAL" clId="{DFF9E84E-5922-4F26-9EAD-8AB4E668133E}" dt="2026-10-27T15:51:22.883" v="900" actId="947"/>
          <ac:spMkLst>
            <pc:docMk/>
            <pc:sldMk cId="435937012" sldId="323"/>
            <ac:spMk id="14" creationId="{00000000-0000-0000-0000-000000000000}"/>
          </ac:spMkLst>
        </pc:spChg>
      </pc:sldChg>
      <pc:sldChg chg="modSp add del mod ord modNotes">
        <pc:chgData name="Eder Silva" userId="9b7f41b4-798d-40cf-8f87-8e33ae7a0417" providerId="ADAL" clId="{DFF9E84E-5922-4F26-9EAD-8AB4E668133E}" dt="2026-10-27T20:24:35.732" v="1708" actId="2696"/>
        <pc:sldMkLst>
          <pc:docMk/>
          <pc:sldMk cId="4134965757" sldId="324"/>
        </pc:sldMkLst>
        <pc:spChg chg="mod">
          <ac:chgData name="Eder Silva" userId="9b7f41b4-798d-40cf-8f87-8e33ae7a0417" providerId="ADAL" clId="{DFF9E84E-5922-4F26-9EAD-8AB4E668133E}" dt="2026-10-27T14:37:58.771" v="410" actId="20577"/>
          <ac:spMkLst>
            <pc:docMk/>
            <pc:sldMk cId="4134965757" sldId="324"/>
            <ac:spMk id="3" creationId="{00000000-0000-0000-0000-000000000000}"/>
          </ac:spMkLst>
        </pc:spChg>
        <pc:spChg chg="mod">
          <ac:chgData name="Eder Silva" userId="9b7f41b4-798d-40cf-8f87-8e33ae7a0417" providerId="ADAL" clId="{DFF9E84E-5922-4F26-9EAD-8AB4E668133E}" dt="2026-10-27T14:37:59.047" v="416" actId="947"/>
          <ac:spMkLst>
            <pc:docMk/>
            <pc:sldMk cId="4134965757" sldId="324"/>
            <ac:spMk id="5" creationId="{00000000-0000-0000-0000-000000000000}"/>
          </ac:spMkLst>
        </pc:spChg>
        <pc:spChg chg="mod">
          <ac:chgData name="Eder Silva" userId="9b7f41b4-798d-40cf-8f87-8e33ae7a0417" providerId="ADAL" clId="{DFF9E84E-5922-4F26-9EAD-8AB4E668133E}" dt="2026-10-27T14:37:59.052" v="417" actId="947"/>
          <ac:spMkLst>
            <pc:docMk/>
            <pc:sldMk cId="4134965757" sldId="324"/>
            <ac:spMk id="7" creationId="{00000000-0000-0000-0000-000000000000}"/>
          </ac:spMkLst>
        </pc:spChg>
        <pc:spChg chg="mod">
          <ac:chgData name="Eder Silva" userId="9b7f41b4-798d-40cf-8f87-8e33ae7a0417" providerId="ADAL" clId="{DFF9E84E-5922-4F26-9EAD-8AB4E668133E}" dt="2026-10-27T14:37:59.056" v="418" actId="947"/>
          <ac:spMkLst>
            <pc:docMk/>
            <pc:sldMk cId="4134965757" sldId="324"/>
            <ac:spMk id="9" creationId="{00000000-0000-0000-0000-000000000000}"/>
          </ac:spMkLst>
        </pc:spChg>
        <pc:spChg chg="mod">
          <ac:chgData name="Eder Silva" userId="9b7f41b4-798d-40cf-8f87-8e33ae7a0417" providerId="ADAL" clId="{DFF9E84E-5922-4F26-9EAD-8AB4E668133E}" dt="2026-10-27T14:37:59.060" v="419" actId="947"/>
          <ac:spMkLst>
            <pc:docMk/>
            <pc:sldMk cId="4134965757" sldId="324"/>
            <ac:spMk id="11" creationId="{00000000-0000-0000-0000-000000000000}"/>
          </ac:spMkLst>
        </pc:spChg>
        <pc:spChg chg="mod">
          <ac:chgData name="Eder Silva" userId="9b7f41b4-798d-40cf-8f87-8e33ae7a0417" providerId="ADAL" clId="{DFF9E84E-5922-4F26-9EAD-8AB4E668133E}" dt="2026-10-27T14:37:59.064" v="420" actId="947"/>
          <ac:spMkLst>
            <pc:docMk/>
            <pc:sldMk cId="4134965757" sldId="324"/>
            <ac:spMk id="13" creationId="{00000000-0000-0000-0000-000000000000}"/>
          </ac:spMkLst>
        </pc:spChg>
        <pc:spChg chg="mod">
          <ac:chgData name="Eder Silva" userId="9b7f41b4-798d-40cf-8f87-8e33ae7a0417" providerId="ADAL" clId="{DFF9E84E-5922-4F26-9EAD-8AB4E668133E}" dt="2026-10-27T15:51:23.182" v="928" actId="947"/>
          <ac:spMkLst>
            <pc:docMk/>
            <pc:sldMk cId="4134965757" sldId="324"/>
            <ac:spMk id="14" creationId="{00000000-0000-0000-0000-000000000000}"/>
          </ac:spMkLst>
        </pc:spChg>
      </pc:sldChg>
      <pc:sldChg chg="modSp add del mod ord modNotes">
        <pc:chgData name="Eder Silva" userId="9b7f41b4-798d-40cf-8f87-8e33ae7a0417" providerId="ADAL" clId="{DFF9E84E-5922-4F26-9EAD-8AB4E668133E}" dt="2026-10-27T20:24:35.728" v="1707" actId="2696"/>
        <pc:sldMkLst>
          <pc:docMk/>
          <pc:sldMk cId="806181153" sldId="325"/>
        </pc:sldMkLst>
        <pc:spChg chg="mod">
          <ac:chgData name="Eder Silva" userId="9b7f41b4-798d-40cf-8f87-8e33ae7a0417" providerId="ADAL" clId="{DFF9E84E-5922-4F26-9EAD-8AB4E668133E}" dt="2026-10-27T14:37:59.108" v="426" actId="20577"/>
          <ac:spMkLst>
            <pc:docMk/>
            <pc:sldMk cId="806181153" sldId="325"/>
            <ac:spMk id="3" creationId="{00000000-0000-0000-0000-000000000000}"/>
          </ac:spMkLst>
        </pc:spChg>
        <pc:spChg chg="mod">
          <ac:chgData name="Eder Silva" userId="9b7f41b4-798d-40cf-8f87-8e33ae7a0417" providerId="ADAL" clId="{DFF9E84E-5922-4F26-9EAD-8AB4E668133E}" dt="2026-10-27T14:37:59.115" v="427" actId="20577"/>
          <ac:spMkLst>
            <pc:docMk/>
            <pc:sldMk cId="806181153" sldId="325"/>
            <ac:spMk id="4" creationId="{00000000-0000-0000-0000-000000000000}"/>
          </ac:spMkLst>
        </pc:spChg>
        <pc:spChg chg="mod">
          <ac:chgData name="Eder Silva" userId="9b7f41b4-798d-40cf-8f87-8e33ae7a0417" providerId="ADAL" clId="{DFF9E84E-5922-4F26-9EAD-8AB4E668133E}" dt="2026-10-27T15:51:23.381" v="952" actId="947"/>
          <ac:spMkLst>
            <pc:docMk/>
            <pc:sldMk cId="806181153" sldId="325"/>
            <ac:spMk id="6" creationId="{00000000-0000-0000-0000-000000000000}"/>
          </ac:spMkLst>
        </pc:spChg>
      </pc:sldChg>
      <pc:sldChg chg="modSp add del mod ord modNotes">
        <pc:chgData name="Eder Silva" userId="9b7f41b4-798d-40cf-8f87-8e33ae7a0417" providerId="ADAL" clId="{DFF9E84E-5922-4F26-9EAD-8AB4E668133E}" dt="2026-10-27T20:24:35.726" v="1706" actId="2696"/>
        <pc:sldMkLst>
          <pc:docMk/>
          <pc:sldMk cId="1302568435" sldId="326"/>
        </pc:sldMkLst>
        <pc:spChg chg="mod">
          <ac:chgData name="Eder Silva" userId="9b7f41b4-798d-40cf-8f87-8e33ae7a0417" providerId="ADAL" clId="{DFF9E84E-5922-4F26-9EAD-8AB4E668133E}" dt="2026-10-27T14:37:59.167" v="433" actId="20577"/>
          <ac:spMkLst>
            <pc:docMk/>
            <pc:sldMk cId="1302568435" sldId="326"/>
            <ac:spMk id="3" creationId="{00000000-0000-0000-0000-000000000000}"/>
          </ac:spMkLst>
        </pc:spChg>
        <pc:spChg chg="mod">
          <ac:chgData name="Eder Silva" userId="9b7f41b4-798d-40cf-8f87-8e33ae7a0417" providerId="ADAL" clId="{DFF9E84E-5922-4F26-9EAD-8AB4E668133E}" dt="2026-10-27T14:37:59.423" v="439" actId="947"/>
          <ac:spMkLst>
            <pc:docMk/>
            <pc:sldMk cId="1302568435" sldId="326"/>
            <ac:spMk id="5" creationId="{00000000-0000-0000-0000-000000000000}"/>
          </ac:spMkLst>
        </pc:spChg>
        <pc:spChg chg="mod">
          <ac:chgData name="Eder Silva" userId="9b7f41b4-798d-40cf-8f87-8e33ae7a0417" providerId="ADAL" clId="{DFF9E84E-5922-4F26-9EAD-8AB4E668133E}" dt="2026-10-27T14:37:59.427" v="440" actId="947"/>
          <ac:spMkLst>
            <pc:docMk/>
            <pc:sldMk cId="1302568435" sldId="326"/>
            <ac:spMk id="7" creationId="{00000000-0000-0000-0000-000000000000}"/>
          </ac:spMkLst>
        </pc:spChg>
        <pc:spChg chg="mod">
          <ac:chgData name="Eder Silva" userId="9b7f41b4-798d-40cf-8f87-8e33ae7a0417" providerId="ADAL" clId="{DFF9E84E-5922-4F26-9EAD-8AB4E668133E}" dt="2026-10-27T14:37:59.431" v="441" actId="947"/>
          <ac:spMkLst>
            <pc:docMk/>
            <pc:sldMk cId="1302568435" sldId="326"/>
            <ac:spMk id="9" creationId="{00000000-0000-0000-0000-000000000000}"/>
          </ac:spMkLst>
        </pc:spChg>
        <pc:spChg chg="mod">
          <ac:chgData name="Eder Silva" userId="9b7f41b4-798d-40cf-8f87-8e33ae7a0417" providerId="ADAL" clId="{DFF9E84E-5922-4F26-9EAD-8AB4E668133E}" dt="2026-10-27T14:37:59.435" v="442" actId="947"/>
          <ac:spMkLst>
            <pc:docMk/>
            <pc:sldMk cId="1302568435" sldId="326"/>
            <ac:spMk id="11" creationId="{00000000-0000-0000-0000-000000000000}"/>
          </ac:spMkLst>
        </pc:spChg>
        <pc:spChg chg="mod">
          <ac:chgData name="Eder Silva" userId="9b7f41b4-798d-40cf-8f87-8e33ae7a0417" providerId="ADAL" clId="{DFF9E84E-5922-4F26-9EAD-8AB4E668133E}" dt="2026-10-27T14:37:59.440" v="443" actId="947"/>
          <ac:spMkLst>
            <pc:docMk/>
            <pc:sldMk cId="1302568435" sldId="326"/>
            <ac:spMk id="13" creationId="{00000000-0000-0000-0000-000000000000}"/>
          </ac:spMkLst>
        </pc:spChg>
        <pc:spChg chg="mod">
          <ac:chgData name="Eder Silva" userId="9b7f41b4-798d-40cf-8f87-8e33ae7a0417" providerId="ADAL" clId="{DFF9E84E-5922-4F26-9EAD-8AB4E668133E}" dt="2026-10-27T15:51:23.579" v="976" actId="947"/>
          <ac:spMkLst>
            <pc:docMk/>
            <pc:sldMk cId="1302568435" sldId="326"/>
            <ac:spMk id="14" creationId="{00000000-0000-0000-0000-000000000000}"/>
          </ac:spMkLst>
        </pc:spChg>
      </pc:sldChg>
      <pc:sldChg chg="modSp add del mod ord modNotes">
        <pc:chgData name="Eder Silva" userId="9b7f41b4-798d-40cf-8f87-8e33ae7a0417" providerId="ADAL" clId="{DFF9E84E-5922-4F26-9EAD-8AB4E668133E}" dt="2026-10-27T20:24:35.724" v="1705" actId="2696"/>
        <pc:sldMkLst>
          <pc:docMk/>
          <pc:sldMk cId="1362159032" sldId="327"/>
        </pc:sldMkLst>
        <pc:spChg chg="mod">
          <ac:chgData name="Eder Silva" userId="9b7f41b4-798d-40cf-8f87-8e33ae7a0417" providerId="ADAL" clId="{DFF9E84E-5922-4F26-9EAD-8AB4E668133E}" dt="2026-10-27T14:37:59.493" v="449" actId="20577"/>
          <ac:spMkLst>
            <pc:docMk/>
            <pc:sldMk cId="1362159032" sldId="327"/>
            <ac:spMk id="3" creationId="{00000000-0000-0000-0000-000000000000}"/>
          </ac:spMkLst>
        </pc:spChg>
        <pc:spChg chg="mod">
          <ac:chgData name="Eder Silva" userId="9b7f41b4-798d-40cf-8f87-8e33ae7a0417" providerId="ADAL" clId="{DFF9E84E-5922-4F26-9EAD-8AB4E668133E}" dt="2026-10-27T14:37:59.744" v="455" actId="947"/>
          <ac:spMkLst>
            <pc:docMk/>
            <pc:sldMk cId="1362159032" sldId="327"/>
            <ac:spMk id="5" creationId="{00000000-0000-0000-0000-000000000000}"/>
          </ac:spMkLst>
        </pc:spChg>
        <pc:spChg chg="mod">
          <ac:chgData name="Eder Silva" userId="9b7f41b4-798d-40cf-8f87-8e33ae7a0417" providerId="ADAL" clId="{DFF9E84E-5922-4F26-9EAD-8AB4E668133E}" dt="2026-10-27T14:37:59.748" v="456" actId="947"/>
          <ac:spMkLst>
            <pc:docMk/>
            <pc:sldMk cId="1362159032" sldId="327"/>
            <ac:spMk id="7" creationId="{00000000-0000-0000-0000-000000000000}"/>
          </ac:spMkLst>
        </pc:spChg>
        <pc:spChg chg="mod">
          <ac:chgData name="Eder Silva" userId="9b7f41b4-798d-40cf-8f87-8e33ae7a0417" providerId="ADAL" clId="{DFF9E84E-5922-4F26-9EAD-8AB4E668133E}" dt="2026-10-27T14:37:59.751" v="457" actId="947"/>
          <ac:spMkLst>
            <pc:docMk/>
            <pc:sldMk cId="1362159032" sldId="327"/>
            <ac:spMk id="9" creationId="{00000000-0000-0000-0000-000000000000}"/>
          </ac:spMkLst>
        </pc:spChg>
        <pc:spChg chg="mod">
          <ac:chgData name="Eder Silva" userId="9b7f41b4-798d-40cf-8f87-8e33ae7a0417" providerId="ADAL" clId="{DFF9E84E-5922-4F26-9EAD-8AB4E668133E}" dt="2026-10-27T14:37:59.755" v="458" actId="947"/>
          <ac:spMkLst>
            <pc:docMk/>
            <pc:sldMk cId="1362159032" sldId="327"/>
            <ac:spMk id="11" creationId="{00000000-0000-0000-0000-000000000000}"/>
          </ac:spMkLst>
        </pc:spChg>
        <pc:spChg chg="mod">
          <ac:chgData name="Eder Silva" userId="9b7f41b4-798d-40cf-8f87-8e33ae7a0417" providerId="ADAL" clId="{DFF9E84E-5922-4F26-9EAD-8AB4E668133E}" dt="2026-10-27T14:37:59.758" v="459" actId="947"/>
          <ac:spMkLst>
            <pc:docMk/>
            <pc:sldMk cId="1362159032" sldId="327"/>
            <ac:spMk id="13" creationId="{00000000-0000-0000-0000-000000000000}"/>
          </ac:spMkLst>
        </pc:spChg>
        <pc:spChg chg="mod">
          <ac:chgData name="Eder Silva" userId="9b7f41b4-798d-40cf-8f87-8e33ae7a0417" providerId="ADAL" clId="{DFF9E84E-5922-4F26-9EAD-8AB4E668133E}" dt="2026-10-27T15:51:23.792" v="1000" actId="947"/>
          <ac:spMkLst>
            <pc:docMk/>
            <pc:sldMk cId="1362159032" sldId="327"/>
            <ac:spMk id="14" creationId="{00000000-0000-0000-0000-000000000000}"/>
          </ac:spMkLst>
        </pc:spChg>
      </pc:sldChg>
      <pc:sldChg chg="modSp add del mod ord modNotes">
        <pc:chgData name="Eder Silva" userId="9b7f41b4-798d-40cf-8f87-8e33ae7a0417" providerId="ADAL" clId="{DFF9E84E-5922-4F26-9EAD-8AB4E668133E}" dt="2026-10-27T20:24:35.722" v="1704" actId="2696"/>
        <pc:sldMkLst>
          <pc:docMk/>
          <pc:sldMk cId="2563819876" sldId="328"/>
        </pc:sldMkLst>
        <pc:spChg chg="mod">
          <ac:chgData name="Eder Silva" userId="9b7f41b4-798d-40cf-8f87-8e33ae7a0417" providerId="ADAL" clId="{DFF9E84E-5922-4F26-9EAD-8AB4E668133E}" dt="2026-10-27T14:37:59.815" v="466" actId="20577"/>
          <ac:spMkLst>
            <pc:docMk/>
            <pc:sldMk cId="2563819876" sldId="328"/>
            <ac:spMk id="3" creationId="{00000000-0000-0000-0000-000000000000}"/>
          </ac:spMkLst>
        </pc:spChg>
        <pc:spChg chg="mod">
          <ac:chgData name="Eder Silva" userId="9b7f41b4-798d-40cf-8f87-8e33ae7a0417" providerId="ADAL" clId="{DFF9E84E-5922-4F26-9EAD-8AB4E668133E}" dt="2026-10-27T14:38:00.024" v="471" actId="947"/>
          <ac:spMkLst>
            <pc:docMk/>
            <pc:sldMk cId="2563819876" sldId="328"/>
            <ac:spMk id="5" creationId="{00000000-0000-0000-0000-000000000000}"/>
          </ac:spMkLst>
        </pc:spChg>
        <pc:spChg chg="mod">
          <ac:chgData name="Eder Silva" userId="9b7f41b4-798d-40cf-8f87-8e33ae7a0417" providerId="ADAL" clId="{DFF9E84E-5922-4F26-9EAD-8AB4E668133E}" dt="2026-10-27T14:38:00.028" v="472" actId="947"/>
          <ac:spMkLst>
            <pc:docMk/>
            <pc:sldMk cId="2563819876" sldId="328"/>
            <ac:spMk id="7" creationId="{00000000-0000-0000-0000-000000000000}"/>
          </ac:spMkLst>
        </pc:spChg>
        <pc:spChg chg="mod">
          <ac:chgData name="Eder Silva" userId="9b7f41b4-798d-40cf-8f87-8e33ae7a0417" providerId="ADAL" clId="{DFF9E84E-5922-4F26-9EAD-8AB4E668133E}" dt="2026-10-27T14:38:00.033" v="473" actId="947"/>
          <ac:spMkLst>
            <pc:docMk/>
            <pc:sldMk cId="2563819876" sldId="328"/>
            <ac:spMk id="9" creationId="{00000000-0000-0000-0000-000000000000}"/>
          </ac:spMkLst>
        </pc:spChg>
        <pc:spChg chg="mod">
          <ac:chgData name="Eder Silva" userId="9b7f41b4-798d-40cf-8f87-8e33ae7a0417" providerId="ADAL" clId="{DFF9E84E-5922-4F26-9EAD-8AB4E668133E}" dt="2026-10-27T14:38:00.037" v="474" actId="947"/>
          <ac:spMkLst>
            <pc:docMk/>
            <pc:sldMk cId="2563819876" sldId="328"/>
            <ac:spMk id="11" creationId="{00000000-0000-0000-0000-000000000000}"/>
          </ac:spMkLst>
        </pc:spChg>
        <pc:spChg chg="mod">
          <ac:chgData name="Eder Silva" userId="9b7f41b4-798d-40cf-8f87-8e33ae7a0417" providerId="ADAL" clId="{DFF9E84E-5922-4F26-9EAD-8AB4E668133E}" dt="2026-10-27T15:51:23.944" v="1016" actId="947"/>
          <ac:spMkLst>
            <pc:docMk/>
            <pc:sldMk cId="2563819876" sldId="328"/>
            <ac:spMk id="12" creationId="{00000000-0000-0000-0000-000000000000}"/>
          </ac:spMkLst>
        </pc:spChg>
      </pc:sldChg>
      <pc:sldChg chg="add del setBg">
        <pc:chgData name="Eder Silva" userId="9b7f41b4-798d-40cf-8f87-8e33ae7a0417" providerId="ADAL" clId="{DFF9E84E-5922-4F26-9EAD-8AB4E668133E}" dt="2026-10-27T15:46:04.980" v="526" actId="2696"/>
        <pc:sldMkLst>
          <pc:docMk/>
          <pc:sldMk cId="2160500432" sldId="329"/>
        </pc:sldMkLst>
      </pc:sldChg>
      <pc:sldChg chg="delSp modSp add del mod ord">
        <pc:chgData name="Eder Silva" userId="9b7f41b4-798d-40cf-8f87-8e33ae7a0417" providerId="ADAL" clId="{DFF9E84E-5922-4F26-9EAD-8AB4E668133E}" dt="2026-10-27T20:24:35.719" v="1703" actId="2696"/>
        <pc:sldMkLst>
          <pc:docMk/>
          <pc:sldMk cId="1572339491" sldId="330"/>
        </pc:sldMkLst>
        <pc:spChg chg="mod">
          <ac:chgData name="Eder Silva" userId="9b7f41b4-798d-40cf-8f87-8e33ae7a0417" providerId="ADAL" clId="{DFF9E84E-5922-4F26-9EAD-8AB4E668133E}" dt="2026-10-27T15:46:11.255" v="538" actId="20577"/>
          <ac:spMkLst>
            <pc:docMk/>
            <pc:sldMk cId="1572339491" sldId="330"/>
            <ac:spMk id="2" creationId="{380E321C-959F-3B44-70F3-8955CAC832D4}"/>
          </ac:spMkLst>
        </pc:spChg>
        <pc:spChg chg="del mod">
          <ac:chgData name="Eder Silva" userId="9b7f41b4-798d-40cf-8f87-8e33ae7a0417" providerId="ADAL" clId="{DFF9E84E-5922-4F26-9EAD-8AB4E668133E}" dt="2026-10-27T15:46:21.783" v="542"/>
          <ac:spMkLst>
            <pc:docMk/>
            <pc:sldMk cId="1572339491" sldId="330"/>
            <ac:spMk id="3" creationId="{BD486FB5-1563-997F-038F-B4B4AC645990}"/>
          </ac:spMkLst>
        </pc:spChg>
      </pc:sldChg>
      <pc:sldChg chg="modSp mod">
        <pc:chgData name="Eder Silva" userId="9b7f41b4-798d-40cf-8f87-8e33ae7a0417" providerId="ADAL" clId="{DFF9E84E-5922-4F26-9EAD-8AB4E668133E}" dt="2026-10-27T20:29:48.987" v="1741" actId="1076"/>
        <pc:sldMkLst>
          <pc:docMk/>
          <pc:sldMk cId="3888067519" sldId="335"/>
        </pc:sldMkLst>
        <pc:spChg chg="mod">
          <ac:chgData name="Eder Silva" userId="9b7f41b4-798d-40cf-8f87-8e33ae7a0417" providerId="ADAL" clId="{DFF9E84E-5922-4F26-9EAD-8AB4E668133E}" dt="2026-10-27T20:29:47.873" v="1740" actId="1076"/>
          <ac:spMkLst>
            <pc:docMk/>
            <pc:sldMk cId="3888067519" sldId="335"/>
            <ac:spMk id="4" creationId="{00000000-0000-0000-0000-000000000000}"/>
          </ac:spMkLst>
        </pc:spChg>
        <pc:picChg chg="mod">
          <ac:chgData name="Eder Silva" userId="9b7f41b4-798d-40cf-8f87-8e33ae7a0417" providerId="ADAL" clId="{DFF9E84E-5922-4F26-9EAD-8AB4E668133E}" dt="2026-10-27T20:29:48.987" v="1741" actId="1076"/>
          <ac:picMkLst>
            <pc:docMk/>
            <pc:sldMk cId="3888067519" sldId="335"/>
            <ac:picMk id="5" creationId="{00000000-0000-0000-0000-000000000000}"/>
          </ac:picMkLst>
        </pc:picChg>
      </pc:sldChg>
      <pc:sldChg chg="modSp mod">
        <pc:chgData name="Eder Silva" userId="9b7f41b4-798d-40cf-8f87-8e33ae7a0417" providerId="ADAL" clId="{DFF9E84E-5922-4F26-9EAD-8AB4E668133E}" dt="2026-10-27T20:30:15.824" v="1747" actId="1076"/>
        <pc:sldMkLst>
          <pc:docMk/>
          <pc:sldMk cId="576811957" sldId="336"/>
        </pc:sldMkLst>
        <pc:spChg chg="mod">
          <ac:chgData name="Eder Silva" userId="9b7f41b4-798d-40cf-8f87-8e33ae7a0417" providerId="ADAL" clId="{DFF9E84E-5922-4F26-9EAD-8AB4E668133E}" dt="2026-10-27T20:30:15.824" v="1747" actId="1076"/>
          <ac:spMkLst>
            <pc:docMk/>
            <pc:sldMk cId="576811957" sldId="336"/>
            <ac:spMk id="2" creationId="{00000000-0000-0000-0000-000000000000}"/>
          </ac:spMkLst>
        </pc:spChg>
      </pc:sldChg>
      <pc:sldChg chg="modSp mod">
        <pc:chgData name="Eder Silva" userId="9b7f41b4-798d-40cf-8f87-8e33ae7a0417" providerId="ADAL" clId="{DFF9E84E-5922-4F26-9EAD-8AB4E668133E}" dt="2026-10-27T20:30:02.920" v="1745" actId="1076"/>
        <pc:sldMkLst>
          <pc:docMk/>
          <pc:sldMk cId="2812962666" sldId="337"/>
        </pc:sldMkLst>
        <pc:spChg chg="mod">
          <ac:chgData name="Eder Silva" userId="9b7f41b4-798d-40cf-8f87-8e33ae7a0417" providerId="ADAL" clId="{DFF9E84E-5922-4F26-9EAD-8AB4E668133E}" dt="2026-10-27T20:30:02.920" v="1745" actId="1076"/>
          <ac:spMkLst>
            <pc:docMk/>
            <pc:sldMk cId="2812962666" sldId="337"/>
            <ac:spMk id="4" creationId="{00000000-0000-0000-0000-000000000000}"/>
          </ac:spMkLst>
        </pc:spChg>
        <pc:picChg chg="mod">
          <ac:chgData name="Eder Silva" userId="9b7f41b4-798d-40cf-8f87-8e33ae7a0417" providerId="ADAL" clId="{DFF9E84E-5922-4F26-9EAD-8AB4E668133E}" dt="2026-10-27T20:30:00.997" v="1744" actId="14100"/>
          <ac:picMkLst>
            <pc:docMk/>
            <pc:sldMk cId="2812962666" sldId="337"/>
            <ac:picMk id="5" creationId="{00000000-0000-0000-0000-000000000000}"/>
          </ac:picMkLst>
        </pc:picChg>
      </pc:sldChg>
      <pc:sldChg chg="modSp mod">
        <pc:chgData name="Eder Silva" userId="9b7f41b4-798d-40cf-8f87-8e33ae7a0417" providerId="ADAL" clId="{DFF9E84E-5922-4F26-9EAD-8AB4E668133E}" dt="2026-10-27T20:31:20.304" v="1869" actId="6549"/>
        <pc:sldMkLst>
          <pc:docMk/>
          <pc:sldMk cId="154061066" sldId="338"/>
        </pc:sldMkLst>
        <pc:spChg chg="mod">
          <ac:chgData name="Eder Silva" userId="9b7f41b4-798d-40cf-8f87-8e33ae7a0417" providerId="ADAL" clId="{DFF9E84E-5922-4F26-9EAD-8AB4E668133E}" dt="2026-10-27T20:31:20.304" v="1869" actId="6549"/>
          <ac:spMkLst>
            <pc:docMk/>
            <pc:sldMk cId="154061066" sldId="338"/>
            <ac:spMk id="2" creationId="{00000000-0000-0000-0000-000000000000}"/>
          </ac:spMkLst>
        </pc:spChg>
      </pc:sldChg>
      <pc:sldChg chg="modSp mod">
        <pc:chgData name="Eder Silva" userId="9b7f41b4-798d-40cf-8f87-8e33ae7a0417" providerId="ADAL" clId="{DFF9E84E-5922-4F26-9EAD-8AB4E668133E}" dt="2026-10-27T20:30:10.794" v="1746" actId="1076"/>
        <pc:sldMkLst>
          <pc:docMk/>
          <pc:sldMk cId="3871497908" sldId="339"/>
        </pc:sldMkLst>
        <pc:spChg chg="mod">
          <ac:chgData name="Eder Silva" userId="9b7f41b4-798d-40cf-8f87-8e33ae7a0417" providerId="ADAL" clId="{DFF9E84E-5922-4F26-9EAD-8AB4E668133E}" dt="2026-10-27T20:30:10.794" v="1746" actId="1076"/>
          <ac:spMkLst>
            <pc:docMk/>
            <pc:sldMk cId="3871497908" sldId="339"/>
            <ac:spMk id="2" creationId="{00000000-0000-0000-0000-000000000000}"/>
          </ac:spMkLst>
        </pc:spChg>
      </pc:sldChg>
      <pc:sldChg chg="modSp mod">
        <pc:chgData name="Eder Silva" userId="9b7f41b4-798d-40cf-8f87-8e33ae7a0417" providerId="ADAL" clId="{DFF9E84E-5922-4F26-9EAD-8AB4E668133E}" dt="2026-10-27T20:30:39.140" v="1796" actId="6549"/>
        <pc:sldMkLst>
          <pc:docMk/>
          <pc:sldMk cId="4038452469" sldId="340"/>
        </pc:sldMkLst>
        <pc:spChg chg="mod">
          <ac:chgData name="Eder Silva" userId="9b7f41b4-798d-40cf-8f87-8e33ae7a0417" providerId="ADAL" clId="{DFF9E84E-5922-4F26-9EAD-8AB4E668133E}" dt="2026-10-27T20:30:39.140" v="1796" actId="6549"/>
          <ac:spMkLst>
            <pc:docMk/>
            <pc:sldMk cId="4038452469" sldId="340"/>
            <ac:spMk id="2" creationId="{00000000-0000-0000-0000-000000000000}"/>
          </ac:spMkLst>
        </pc:spChg>
      </pc:sldChg>
      <pc:sldChg chg="modSp mod">
        <pc:chgData name="Eder Silva" userId="9b7f41b4-798d-40cf-8f87-8e33ae7a0417" providerId="ADAL" clId="{DFF9E84E-5922-4F26-9EAD-8AB4E668133E}" dt="2026-10-27T20:31:26.149" v="1870" actId="6549"/>
        <pc:sldMkLst>
          <pc:docMk/>
          <pc:sldMk cId="2284026127" sldId="341"/>
        </pc:sldMkLst>
        <pc:spChg chg="mod">
          <ac:chgData name="Eder Silva" userId="9b7f41b4-798d-40cf-8f87-8e33ae7a0417" providerId="ADAL" clId="{DFF9E84E-5922-4F26-9EAD-8AB4E668133E}" dt="2026-10-27T20:31:26.149" v="1870" actId="6549"/>
          <ac:spMkLst>
            <pc:docMk/>
            <pc:sldMk cId="2284026127" sldId="341"/>
            <ac:spMk id="2" creationId="{00000000-0000-0000-0000-000000000000}"/>
          </ac:spMkLst>
        </pc:spChg>
      </pc:sldChg>
      <pc:sldChg chg="modSp mod">
        <pc:chgData name="Eder Silva" userId="9b7f41b4-798d-40cf-8f87-8e33ae7a0417" providerId="ADAL" clId="{DFF9E84E-5922-4F26-9EAD-8AB4E668133E}" dt="2026-10-27T20:31:29.764" v="1871" actId="6549"/>
        <pc:sldMkLst>
          <pc:docMk/>
          <pc:sldMk cId="53653416" sldId="342"/>
        </pc:sldMkLst>
        <pc:spChg chg="mod">
          <ac:chgData name="Eder Silva" userId="9b7f41b4-798d-40cf-8f87-8e33ae7a0417" providerId="ADAL" clId="{DFF9E84E-5922-4F26-9EAD-8AB4E668133E}" dt="2026-10-27T20:31:29.764" v="1871" actId="6549"/>
          <ac:spMkLst>
            <pc:docMk/>
            <pc:sldMk cId="53653416" sldId="342"/>
            <ac:spMk id="2" creationId="{00000000-0000-0000-0000-000000000000}"/>
          </ac:spMkLst>
        </pc:spChg>
      </pc:sldChg>
      <pc:sldChg chg="modSp mod">
        <pc:chgData name="Eder Silva" userId="9b7f41b4-798d-40cf-8f87-8e33ae7a0417" providerId="ADAL" clId="{DFF9E84E-5922-4F26-9EAD-8AB4E668133E}" dt="2026-10-27T20:31:36.964" v="1873" actId="14100"/>
        <pc:sldMkLst>
          <pc:docMk/>
          <pc:sldMk cId="3567099585" sldId="344"/>
        </pc:sldMkLst>
        <pc:spChg chg="mod">
          <ac:chgData name="Eder Silva" userId="9b7f41b4-798d-40cf-8f87-8e33ae7a0417" providerId="ADAL" clId="{DFF9E84E-5922-4F26-9EAD-8AB4E668133E}" dt="2026-10-27T20:31:34.892" v="1872" actId="1076"/>
          <ac:spMkLst>
            <pc:docMk/>
            <pc:sldMk cId="3567099585" sldId="344"/>
            <ac:spMk id="4" creationId="{00000000-0000-0000-0000-000000000000}"/>
          </ac:spMkLst>
        </pc:spChg>
        <pc:picChg chg="mod">
          <ac:chgData name="Eder Silva" userId="9b7f41b4-798d-40cf-8f87-8e33ae7a0417" providerId="ADAL" clId="{DFF9E84E-5922-4F26-9EAD-8AB4E668133E}" dt="2026-10-27T20:31:36.964" v="1873" actId="14100"/>
          <ac:picMkLst>
            <pc:docMk/>
            <pc:sldMk cId="3567099585" sldId="344"/>
            <ac:picMk id="5" creationId="{00000000-0000-0000-0000-000000000000}"/>
          </ac:picMkLst>
        </pc:picChg>
      </pc:sldChg>
      <pc:sldChg chg="modSp mod">
        <pc:chgData name="Eder Silva" userId="9b7f41b4-798d-40cf-8f87-8e33ae7a0417" providerId="ADAL" clId="{DFF9E84E-5922-4F26-9EAD-8AB4E668133E}" dt="2026-10-27T20:31:56.322" v="1876" actId="1076"/>
        <pc:sldMkLst>
          <pc:docMk/>
          <pc:sldMk cId="2883099127" sldId="347"/>
        </pc:sldMkLst>
        <pc:spChg chg="mod">
          <ac:chgData name="Eder Silva" userId="9b7f41b4-798d-40cf-8f87-8e33ae7a0417" providerId="ADAL" clId="{DFF9E84E-5922-4F26-9EAD-8AB4E668133E}" dt="2026-10-27T20:31:56.322" v="1876" actId="1076"/>
          <ac:spMkLst>
            <pc:docMk/>
            <pc:sldMk cId="2883099127" sldId="347"/>
            <ac:spMk id="2" creationId="{00000000-0000-0000-0000-000000000000}"/>
          </ac:spMkLst>
        </pc:spChg>
      </pc:sldChg>
      <pc:sldChg chg="modSp mod">
        <pc:chgData name="Eder Silva" userId="9b7f41b4-798d-40cf-8f87-8e33ae7a0417" providerId="ADAL" clId="{DFF9E84E-5922-4F26-9EAD-8AB4E668133E}" dt="2026-10-27T20:31:45.390" v="1874" actId="6549"/>
        <pc:sldMkLst>
          <pc:docMk/>
          <pc:sldMk cId="4034194576" sldId="348"/>
        </pc:sldMkLst>
        <pc:spChg chg="mod">
          <ac:chgData name="Eder Silva" userId="9b7f41b4-798d-40cf-8f87-8e33ae7a0417" providerId="ADAL" clId="{DFF9E84E-5922-4F26-9EAD-8AB4E668133E}" dt="2026-10-27T20:31:45.390" v="1874" actId="6549"/>
          <ac:spMkLst>
            <pc:docMk/>
            <pc:sldMk cId="4034194576" sldId="348"/>
            <ac:spMk id="2" creationId="{00000000-0000-0000-0000-000000000000}"/>
          </ac:spMkLst>
        </pc:spChg>
      </pc:sldChg>
      <pc:sldChg chg="modSp mod">
        <pc:chgData name="Eder Silva" userId="9b7f41b4-798d-40cf-8f87-8e33ae7a0417" providerId="ADAL" clId="{DFF9E84E-5922-4F26-9EAD-8AB4E668133E}" dt="2026-10-27T20:31:51.602" v="1875" actId="1076"/>
        <pc:sldMkLst>
          <pc:docMk/>
          <pc:sldMk cId="1597805926" sldId="350"/>
        </pc:sldMkLst>
        <pc:spChg chg="mod">
          <ac:chgData name="Eder Silva" userId="9b7f41b4-798d-40cf-8f87-8e33ae7a0417" providerId="ADAL" clId="{DFF9E84E-5922-4F26-9EAD-8AB4E668133E}" dt="2026-10-27T20:31:51.602" v="1875" actId="1076"/>
          <ac:spMkLst>
            <pc:docMk/>
            <pc:sldMk cId="1597805926" sldId="350"/>
            <ac:spMk id="2" creationId="{00000000-0000-0000-0000-000000000000}"/>
          </ac:spMkLst>
        </pc:spChg>
      </pc:sldChg>
      <pc:sldChg chg="add del ord">
        <pc:chgData name="Eder Silva" userId="9b7f41b4-798d-40cf-8f87-8e33ae7a0417" providerId="ADAL" clId="{DFF9E84E-5922-4F26-9EAD-8AB4E668133E}" dt="2026-10-27T20:29:04.539" v="1737" actId="47"/>
        <pc:sldMkLst>
          <pc:docMk/>
          <pc:sldMk cId="3880002592" sldId="358"/>
        </pc:sldMkLst>
      </pc:sldChg>
      <pc:sldChg chg="add del ord">
        <pc:chgData name="Eder Silva" userId="9b7f41b4-798d-40cf-8f87-8e33ae7a0417" providerId="ADAL" clId="{DFF9E84E-5922-4F26-9EAD-8AB4E668133E}" dt="2026-10-27T20:29:04.539" v="1737" actId="47"/>
        <pc:sldMkLst>
          <pc:docMk/>
          <pc:sldMk cId="1275154719" sldId="359"/>
        </pc:sldMkLst>
      </pc:sldChg>
      <pc:sldChg chg="add del ord">
        <pc:chgData name="Eder Silva" userId="9b7f41b4-798d-40cf-8f87-8e33ae7a0417" providerId="ADAL" clId="{DFF9E84E-5922-4F26-9EAD-8AB4E668133E}" dt="2026-10-27T20:29:04.539" v="1737" actId="47"/>
        <pc:sldMkLst>
          <pc:docMk/>
          <pc:sldMk cId="3881610261" sldId="360"/>
        </pc:sldMkLst>
      </pc:sldChg>
      <pc:sldChg chg="add del ord">
        <pc:chgData name="Eder Silva" userId="9b7f41b4-798d-40cf-8f87-8e33ae7a0417" providerId="ADAL" clId="{DFF9E84E-5922-4F26-9EAD-8AB4E668133E}" dt="2026-10-27T20:29:04.539" v="1737" actId="47"/>
        <pc:sldMkLst>
          <pc:docMk/>
          <pc:sldMk cId="2515349957" sldId="361"/>
        </pc:sldMkLst>
      </pc:sldChg>
      <pc:sldChg chg="add del ord">
        <pc:chgData name="Eder Silva" userId="9b7f41b4-798d-40cf-8f87-8e33ae7a0417" providerId="ADAL" clId="{DFF9E84E-5922-4F26-9EAD-8AB4E668133E}" dt="2026-10-27T20:29:04.539" v="1737" actId="47"/>
        <pc:sldMkLst>
          <pc:docMk/>
          <pc:sldMk cId="3888067519" sldId="362"/>
        </pc:sldMkLst>
      </pc:sldChg>
      <pc:sldChg chg="add del ord">
        <pc:chgData name="Eder Silva" userId="9b7f41b4-798d-40cf-8f87-8e33ae7a0417" providerId="ADAL" clId="{DFF9E84E-5922-4F26-9EAD-8AB4E668133E}" dt="2026-10-27T20:29:04.539" v="1737" actId="47"/>
        <pc:sldMkLst>
          <pc:docMk/>
          <pc:sldMk cId="576811957" sldId="363"/>
        </pc:sldMkLst>
      </pc:sldChg>
      <pc:sldChg chg="add del ord">
        <pc:chgData name="Eder Silva" userId="9b7f41b4-798d-40cf-8f87-8e33ae7a0417" providerId="ADAL" clId="{DFF9E84E-5922-4F26-9EAD-8AB4E668133E}" dt="2026-10-27T20:29:04.539" v="1737" actId="47"/>
        <pc:sldMkLst>
          <pc:docMk/>
          <pc:sldMk cId="2812962666" sldId="364"/>
        </pc:sldMkLst>
      </pc:sldChg>
      <pc:sldChg chg="addSp modSp add del mod ord modNotes">
        <pc:chgData name="Eder Silva" userId="9b7f41b4-798d-40cf-8f87-8e33ae7a0417" providerId="ADAL" clId="{DFF9E84E-5922-4F26-9EAD-8AB4E668133E}" dt="2026-10-27T20:29:04.539" v="1737" actId="47"/>
        <pc:sldMkLst>
          <pc:docMk/>
          <pc:sldMk cId="154061066" sldId="365"/>
        </pc:sldMkLst>
        <pc:spChg chg="mod">
          <ac:chgData name="Eder Silva" userId="9b7f41b4-798d-40cf-8f87-8e33ae7a0417" providerId="ADAL" clId="{DFF9E84E-5922-4F26-9EAD-8AB4E668133E}" dt="2026-10-27T20:24:31.657" v="1045" actId="947"/>
          <ac:spMkLst>
            <pc:docMk/>
            <pc:sldMk cId="154061066" sldId="365"/>
            <ac:spMk id="2" creationId="{00000000-0000-0000-0000-000000000000}"/>
          </ac:spMkLst>
        </pc:spChg>
        <pc:spChg chg="mod">
          <ac:chgData name="Eder Silva" userId="9b7f41b4-798d-40cf-8f87-8e33ae7a0417" providerId="ADAL" clId="{DFF9E84E-5922-4F26-9EAD-8AB4E668133E}" dt="2026-10-27T20:24:31.929" v="1074"/>
          <ac:spMkLst>
            <pc:docMk/>
            <pc:sldMk cId="154061066" sldId="365"/>
            <ac:spMk id="4" creationId="{00000000-0000-0000-0000-000000000000}"/>
          </ac:spMkLst>
        </pc:spChg>
        <pc:spChg chg="mod">
          <ac:chgData name="Eder Silva" userId="9b7f41b4-798d-40cf-8f87-8e33ae7a0417" providerId="ADAL" clId="{DFF9E84E-5922-4F26-9EAD-8AB4E668133E}" dt="2026-10-27T20:24:31.905" v="1071" actId="947"/>
          <ac:spMkLst>
            <pc:docMk/>
            <pc:sldMk cId="154061066" sldId="365"/>
            <ac:spMk id="6" creationId="{00000000-0000-0000-0000-000000000000}"/>
          </ac:spMkLst>
        </pc:spChg>
        <pc:spChg chg="add mod">
          <ac:chgData name="Eder Silva" userId="9b7f41b4-798d-40cf-8f87-8e33ae7a0417" providerId="ADAL" clId="{DFF9E84E-5922-4F26-9EAD-8AB4E668133E}" dt="2026-10-27T20:24:32.166" v="1115" actId="947"/>
          <ac:spMkLst>
            <pc:docMk/>
            <pc:sldMk cId="154061066" sldId="365"/>
            <ac:spMk id="7" creationId="{5A3359FB-F8EE-4396-6269-B0D31C9BD9F4}"/>
          </ac:spMkLst>
        </pc:spChg>
        <pc:picChg chg="mod">
          <ac:chgData name="Eder Silva" userId="9b7f41b4-798d-40cf-8f87-8e33ae7a0417" providerId="ADAL" clId="{DFF9E84E-5922-4F26-9EAD-8AB4E668133E}" dt="2026-10-27T20:24:31.966" v="1081"/>
          <ac:picMkLst>
            <pc:docMk/>
            <pc:sldMk cId="154061066" sldId="365"/>
            <ac:picMk id="5" creationId="{00000000-0000-0000-0000-000000000000}"/>
          </ac:picMkLst>
        </pc:picChg>
      </pc:sldChg>
      <pc:sldChg chg="add del ord">
        <pc:chgData name="Eder Silva" userId="9b7f41b4-798d-40cf-8f87-8e33ae7a0417" providerId="ADAL" clId="{DFF9E84E-5922-4F26-9EAD-8AB4E668133E}" dt="2026-10-27T20:29:04.539" v="1737" actId="47"/>
        <pc:sldMkLst>
          <pc:docMk/>
          <pc:sldMk cId="3871497908" sldId="366"/>
        </pc:sldMkLst>
      </pc:sldChg>
      <pc:sldChg chg="modSp add del mod ord modNotes">
        <pc:chgData name="Eder Silva" userId="9b7f41b4-798d-40cf-8f87-8e33ae7a0417" providerId="ADAL" clId="{DFF9E84E-5922-4F26-9EAD-8AB4E668133E}" dt="2026-10-27T20:29:04.539" v="1737" actId="47"/>
        <pc:sldMkLst>
          <pc:docMk/>
          <pc:sldMk cId="4038452469" sldId="367"/>
        </pc:sldMkLst>
        <pc:spChg chg="mod">
          <ac:chgData name="Eder Silva" userId="9b7f41b4-798d-40cf-8f87-8e33ae7a0417" providerId="ADAL" clId="{DFF9E84E-5922-4F26-9EAD-8AB4E668133E}" dt="2026-10-27T20:24:32.285" v="1124" actId="947"/>
          <ac:spMkLst>
            <pc:docMk/>
            <pc:sldMk cId="4038452469" sldId="367"/>
            <ac:spMk id="2" creationId="{00000000-0000-0000-0000-000000000000}"/>
          </ac:spMkLst>
        </pc:spChg>
        <pc:spChg chg="mod">
          <ac:chgData name="Eder Silva" userId="9b7f41b4-798d-40cf-8f87-8e33ae7a0417" providerId="ADAL" clId="{DFF9E84E-5922-4F26-9EAD-8AB4E668133E}" dt="2026-10-27T20:24:32.772" v="1199" actId="947"/>
          <ac:spMkLst>
            <pc:docMk/>
            <pc:sldMk cId="4038452469" sldId="367"/>
            <ac:spMk id="5" creationId="{00000000-0000-0000-0000-000000000000}"/>
          </ac:spMkLst>
        </pc:spChg>
        <pc:spChg chg="mod">
          <ac:chgData name="Eder Silva" userId="9b7f41b4-798d-40cf-8f87-8e33ae7a0417" providerId="ADAL" clId="{DFF9E84E-5922-4F26-9EAD-8AB4E668133E}" dt="2026-10-27T20:24:32.778" v="1200" actId="947"/>
          <ac:spMkLst>
            <pc:docMk/>
            <pc:sldMk cId="4038452469" sldId="367"/>
            <ac:spMk id="7" creationId="{00000000-0000-0000-0000-000000000000}"/>
          </ac:spMkLst>
        </pc:spChg>
        <pc:spChg chg="mod">
          <ac:chgData name="Eder Silva" userId="9b7f41b4-798d-40cf-8f87-8e33ae7a0417" providerId="ADAL" clId="{DFF9E84E-5922-4F26-9EAD-8AB4E668133E}" dt="2026-10-27T20:24:32.781" v="1201" actId="947"/>
          <ac:spMkLst>
            <pc:docMk/>
            <pc:sldMk cId="4038452469" sldId="367"/>
            <ac:spMk id="9" creationId="{00000000-0000-0000-0000-000000000000}"/>
          </ac:spMkLst>
        </pc:spChg>
        <pc:spChg chg="mod">
          <ac:chgData name="Eder Silva" userId="9b7f41b4-798d-40cf-8f87-8e33ae7a0417" providerId="ADAL" clId="{DFF9E84E-5922-4F26-9EAD-8AB4E668133E}" dt="2026-10-27T20:24:32.785" v="1202" actId="947"/>
          <ac:spMkLst>
            <pc:docMk/>
            <pc:sldMk cId="4038452469" sldId="367"/>
            <ac:spMk id="11" creationId="{00000000-0000-0000-0000-000000000000}"/>
          </ac:spMkLst>
        </pc:spChg>
        <pc:spChg chg="mod">
          <ac:chgData name="Eder Silva" userId="9b7f41b4-798d-40cf-8f87-8e33ae7a0417" providerId="ADAL" clId="{DFF9E84E-5922-4F26-9EAD-8AB4E668133E}" dt="2026-10-27T20:24:32.436" v="1150" actId="947"/>
          <ac:spMkLst>
            <pc:docMk/>
            <pc:sldMk cId="4038452469" sldId="367"/>
            <ac:spMk id="12" creationId="{00000000-0000-0000-0000-000000000000}"/>
          </ac:spMkLst>
        </pc:spChg>
      </pc:sldChg>
      <pc:sldChg chg="modSp add del mod ord modNotes">
        <pc:chgData name="Eder Silva" userId="9b7f41b4-798d-40cf-8f87-8e33ae7a0417" providerId="ADAL" clId="{DFF9E84E-5922-4F26-9EAD-8AB4E668133E}" dt="2026-10-27T20:29:04.539" v="1737" actId="47"/>
        <pc:sldMkLst>
          <pc:docMk/>
          <pc:sldMk cId="2284026127" sldId="368"/>
        </pc:sldMkLst>
        <pc:spChg chg="mod">
          <ac:chgData name="Eder Silva" userId="9b7f41b4-798d-40cf-8f87-8e33ae7a0417" providerId="ADAL" clId="{DFF9E84E-5922-4F26-9EAD-8AB4E668133E}" dt="2026-10-27T20:24:32.854" v="1208" actId="947"/>
          <ac:spMkLst>
            <pc:docMk/>
            <pc:sldMk cId="2284026127" sldId="368"/>
            <ac:spMk id="2" creationId="{00000000-0000-0000-0000-000000000000}"/>
          </ac:spMkLst>
        </pc:spChg>
        <pc:spChg chg="mod">
          <ac:chgData name="Eder Silva" userId="9b7f41b4-798d-40cf-8f87-8e33ae7a0417" providerId="ADAL" clId="{DFF9E84E-5922-4F26-9EAD-8AB4E668133E}" dt="2026-10-27T20:24:33.487" v="1319" actId="947"/>
          <ac:spMkLst>
            <pc:docMk/>
            <pc:sldMk cId="2284026127" sldId="368"/>
            <ac:spMk id="5" creationId="{00000000-0000-0000-0000-000000000000}"/>
          </ac:spMkLst>
        </pc:spChg>
        <pc:spChg chg="mod">
          <ac:chgData name="Eder Silva" userId="9b7f41b4-798d-40cf-8f87-8e33ae7a0417" providerId="ADAL" clId="{DFF9E84E-5922-4F26-9EAD-8AB4E668133E}" dt="2026-10-27T20:24:33.493" v="1320" actId="947"/>
          <ac:spMkLst>
            <pc:docMk/>
            <pc:sldMk cId="2284026127" sldId="368"/>
            <ac:spMk id="7" creationId="{00000000-0000-0000-0000-000000000000}"/>
          </ac:spMkLst>
        </pc:spChg>
        <pc:spChg chg="mod">
          <ac:chgData name="Eder Silva" userId="9b7f41b4-798d-40cf-8f87-8e33ae7a0417" providerId="ADAL" clId="{DFF9E84E-5922-4F26-9EAD-8AB4E668133E}" dt="2026-10-27T20:24:33.498" v="1321" actId="947"/>
          <ac:spMkLst>
            <pc:docMk/>
            <pc:sldMk cId="2284026127" sldId="368"/>
            <ac:spMk id="9" creationId="{00000000-0000-0000-0000-000000000000}"/>
          </ac:spMkLst>
        </pc:spChg>
        <pc:spChg chg="mod">
          <ac:chgData name="Eder Silva" userId="9b7f41b4-798d-40cf-8f87-8e33ae7a0417" providerId="ADAL" clId="{DFF9E84E-5922-4F26-9EAD-8AB4E668133E}" dt="2026-10-27T20:24:33.503" v="1322" actId="947"/>
          <ac:spMkLst>
            <pc:docMk/>
            <pc:sldMk cId="2284026127" sldId="368"/>
            <ac:spMk id="11" creationId="{00000000-0000-0000-0000-000000000000}"/>
          </ac:spMkLst>
        </pc:spChg>
        <pc:spChg chg="mod">
          <ac:chgData name="Eder Silva" userId="9b7f41b4-798d-40cf-8f87-8e33ae7a0417" providerId="ADAL" clId="{DFF9E84E-5922-4F26-9EAD-8AB4E668133E}" dt="2026-10-27T20:24:33.508" v="1323" actId="947"/>
          <ac:spMkLst>
            <pc:docMk/>
            <pc:sldMk cId="2284026127" sldId="368"/>
            <ac:spMk id="13" creationId="{00000000-0000-0000-0000-000000000000}"/>
          </ac:spMkLst>
        </pc:spChg>
        <pc:spChg chg="mod">
          <ac:chgData name="Eder Silva" userId="9b7f41b4-798d-40cf-8f87-8e33ae7a0417" providerId="ADAL" clId="{DFF9E84E-5922-4F26-9EAD-8AB4E668133E}" dt="2026-10-27T20:24:33.185" v="1258" actId="947"/>
          <ac:spMkLst>
            <pc:docMk/>
            <pc:sldMk cId="2284026127" sldId="368"/>
            <ac:spMk id="14" creationId="{00000000-0000-0000-0000-000000000000}"/>
          </ac:spMkLst>
        </pc:spChg>
      </pc:sldChg>
      <pc:sldChg chg="modSp add del mod ord modNotes">
        <pc:chgData name="Eder Silva" userId="9b7f41b4-798d-40cf-8f87-8e33ae7a0417" providerId="ADAL" clId="{DFF9E84E-5922-4F26-9EAD-8AB4E668133E}" dt="2026-10-27T20:29:04.539" v="1737" actId="47"/>
        <pc:sldMkLst>
          <pc:docMk/>
          <pc:sldMk cId="53653416" sldId="369"/>
        </pc:sldMkLst>
        <pc:spChg chg="mod">
          <ac:chgData name="Eder Silva" userId="9b7f41b4-798d-40cf-8f87-8e33ae7a0417" providerId="ADAL" clId="{DFF9E84E-5922-4F26-9EAD-8AB4E668133E}" dt="2026-10-27T20:24:33.571" v="1329" actId="947"/>
          <ac:spMkLst>
            <pc:docMk/>
            <pc:sldMk cId="53653416" sldId="369"/>
            <ac:spMk id="2" creationId="{00000000-0000-0000-0000-000000000000}"/>
          </ac:spMkLst>
        </pc:spChg>
        <pc:spChg chg="mod">
          <ac:chgData name="Eder Silva" userId="9b7f41b4-798d-40cf-8f87-8e33ae7a0417" providerId="ADAL" clId="{DFF9E84E-5922-4F26-9EAD-8AB4E668133E}" dt="2026-10-27T20:24:34.088" v="1420" actId="947"/>
          <ac:spMkLst>
            <pc:docMk/>
            <pc:sldMk cId="53653416" sldId="369"/>
            <ac:spMk id="5" creationId="{00000000-0000-0000-0000-000000000000}"/>
          </ac:spMkLst>
        </pc:spChg>
        <pc:spChg chg="mod">
          <ac:chgData name="Eder Silva" userId="9b7f41b4-798d-40cf-8f87-8e33ae7a0417" providerId="ADAL" clId="{DFF9E84E-5922-4F26-9EAD-8AB4E668133E}" dt="2026-10-27T20:24:34.093" v="1421" actId="947"/>
          <ac:spMkLst>
            <pc:docMk/>
            <pc:sldMk cId="53653416" sldId="369"/>
            <ac:spMk id="7" creationId="{00000000-0000-0000-0000-000000000000}"/>
          </ac:spMkLst>
        </pc:spChg>
        <pc:spChg chg="mod">
          <ac:chgData name="Eder Silva" userId="9b7f41b4-798d-40cf-8f87-8e33ae7a0417" providerId="ADAL" clId="{DFF9E84E-5922-4F26-9EAD-8AB4E668133E}" dt="2026-10-27T20:24:34.097" v="1422" actId="947"/>
          <ac:spMkLst>
            <pc:docMk/>
            <pc:sldMk cId="53653416" sldId="369"/>
            <ac:spMk id="9" creationId="{00000000-0000-0000-0000-000000000000}"/>
          </ac:spMkLst>
        </pc:spChg>
        <pc:spChg chg="mod">
          <ac:chgData name="Eder Silva" userId="9b7f41b4-798d-40cf-8f87-8e33ae7a0417" providerId="ADAL" clId="{DFF9E84E-5922-4F26-9EAD-8AB4E668133E}" dt="2026-10-27T20:24:34.104" v="1423" actId="947"/>
          <ac:spMkLst>
            <pc:docMk/>
            <pc:sldMk cId="53653416" sldId="369"/>
            <ac:spMk id="11" creationId="{00000000-0000-0000-0000-000000000000}"/>
          </ac:spMkLst>
        </pc:spChg>
        <pc:spChg chg="mod">
          <ac:chgData name="Eder Silva" userId="9b7f41b4-798d-40cf-8f87-8e33ae7a0417" providerId="ADAL" clId="{DFF9E84E-5922-4F26-9EAD-8AB4E668133E}" dt="2026-10-27T20:24:34.111" v="1424" actId="947"/>
          <ac:spMkLst>
            <pc:docMk/>
            <pc:sldMk cId="53653416" sldId="369"/>
            <ac:spMk id="13" creationId="{00000000-0000-0000-0000-000000000000}"/>
          </ac:spMkLst>
        </pc:spChg>
        <pc:spChg chg="mod">
          <ac:chgData name="Eder Silva" userId="9b7f41b4-798d-40cf-8f87-8e33ae7a0417" providerId="ADAL" clId="{DFF9E84E-5922-4F26-9EAD-8AB4E668133E}" dt="2026-10-27T20:24:33.752" v="1359" actId="947"/>
          <ac:spMkLst>
            <pc:docMk/>
            <pc:sldMk cId="53653416" sldId="369"/>
            <ac:spMk id="14" creationId="{00000000-0000-0000-0000-000000000000}"/>
          </ac:spMkLst>
        </pc:spChg>
      </pc:sldChg>
      <pc:sldChg chg="add del ord">
        <pc:chgData name="Eder Silva" userId="9b7f41b4-798d-40cf-8f87-8e33ae7a0417" providerId="ADAL" clId="{DFF9E84E-5922-4F26-9EAD-8AB4E668133E}" dt="2026-10-27T20:29:04.539" v="1737" actId="47"/>
        <pc:sldMkLst>
          <pc:docMk/>
          <pc:sldMk cId="3369215739" sldId="370"/>
        </pc:sldMkLst>
      </pc:sldChg>
      <pc:sldChg chg="add del ord">
        <pc:chgData name="Eder Silva" userId="9b7f41b4-798d-40cf-8f87-8e33ae7a0417" providerId="ADAL" clId="{DFF9E84E-5922-4F26-9EAD-8AB4E668133E}" dt="2026-10-27T20:29:04.539" v="1737" actId="47"/>
        <pc:sldMkLst>
          <pc:docMk/>
          <pc:sldMk cId="3567099585" sldId="371"/>
        </pc:sldMkLst>
      </pc:sldChg>
      <pc:sldChg chg="add del ord">
        <pc:chgData name="Eder Silva" userId="9b7f41b4-798d-40cf-8f87-8e33ae7a0417" providerId="ADAL" clId="{DFF9E84E-5922-4F26-9EAD-8AB4E668133E}" dt="2026-10-27T20:29:04.539" v="1737" actId="47"/>
        <pc:sldMkLst>
          <pc:docMk/>
          <pc:sldMk cId="2476506829" sldId="372"/>
        </pc:sldMkLst>
      </pc:sldChg>
      <pc:sldChg chg="add del ord">
        <pc:chgData name="Eder Silva" userId="9b7f41b4-798d-40cf-8f87-8e33ae7a0417" providerId="ADAL" clId="{DFF9E84E-5922-4F26-9EAD-8AB4E668133E}" dt="2026-10-27T20:29:04.539" v="1737" actId="47"/>
        <pc:sldMkLst>
          <pc:docMk/>
          <pc:sldMk cId="575584459" sldId="373"/>
        </pc:sldMkLst>
      </pc:sldChg>
      <pc:sldChg chg="add del ord">
        <pc:chgData name="Eder Silva" userId="9b7f41b4-798d-40cf-8f87-8e33ae7a0417" providerId="ADAL" clId="{DFF9E84E-5922-4F26-9EAD-8AB4E668133E}" dt="2026-10-27T20:29:04.539" v="1737" actId="47"/>
        <pc:sldMkLst>
          <pc:docMk/>
          <pc:sldMk cId="2883099127" sldId="374"/>
        </pc:sldMkLst>
      </pc:sldChg>
      <pc:sldChg chg="modSp add del mod ord modNotes">
        <pc:chgData name="Eder Silva" userId="9b7f41b4-798d-40cf-8f87-8e33ae7a0417" providerId="ADAL" clId="{DFF9E84E-5922-4F26-9EAD-8AB4E668133E}" dt="2026-10-27T20:29:04.539" v="1737" actId="47"/>
        <pc:sldMkLst>
          <pc:docMk/>
          <pc:sldMk cId="4034194576" sldId="375"/>
        </pc:sldMkLst>
        <pc:spChg chg="mod">
          <ac:chgData name="Eder Silva" userId="9b7f41b4-798d-40cf-8f87-8e33ae7a0417" providerId="ADAL" clId="{DFF9E84E-5922-4F26-9EAD-8AB4E668133E}" dt="2026-10-27T20:24:34.309" v="1445" actId="947"/>
          <ac:spMkLst>
            <pc:docMk/>
            <pc:sldMk cId="4034194576" sldId="375"/>
            <ac:spMk id="2" creationId="{00000000-0000-0000-0000-000000000000}"/>
          </ac:spMkLst>
        </pc:spChg>
        <pc:spChg chg="mod">
          <ac:chgData name="Eder Silva" userId="9b7f41b4-798d-40cf-8f87-8e33ae7a0417" providerId="ADAL" clId="{DFF9E84E-5922-4F26-9EAD-8AB4E668133E}" dt="2026-10-27T20:24:34.883" v="1544" actId="947"/>
          <ac:spMkLst>
            <pc:docMk/>
            <pc:sldMk cId="4034194576" sldId="375"/>
            <ac:spMk id="5" creationId="{00000000-0000-0000-0000-000000000000}"/>
          </ac:spMkLst>
        </pc:spChg>
        <pc:spChg chg="mod">
          <ac:chgData name="Eder Silva" userId="9b7f41b4-798d-40cf-8f87-8e33ae7a0417" providerId="ADAL" clId="{DFF9E84E-5922-4F26-9EAD-8AB4E668133E}" dt="2026-10-27T20:24:34.886" v="1545" actId="947"/>
          <ac:spMkLst>
            <pc:docMk/>
            <pc:sldMk cId="4034194576" sldId="375"/>
            <ac:spMk id="7" creationId="{00000000-0000-0000-0000-000000000000}"/>
          </ac:spMkLst>
        </pc:spChg>
        <pc:spChg chg="mod">
          <ac:chgData name="Eder Silva" userId="9b7f41b4-798d-40cf-8f87-8e33ae7a0417" providerId="ADAL" clId="{DFF9E84E-5922-4F26-9EAD-8AB4E668133E}" dt="2026-10-27T20:24:34.889" v="1546" actId="947"/>
          <ac:spMkLst>
            <pc:docMk/>
            <pc:sldMk cId="4034194576" sldId="375"/>
            <ac:spMk id="9" creationId="{00000000-0000-0000-0000-000000000000}"/>
          </ac:spMkLst>
        </pc:spChg>
        <pc:spChg chg="mod">
          <ac:chgData name="Eder Silva" userId="9b7f41b4-798d-40cf-8f87-8e33ae7a0417" providerId="ADAL" clId="{DFF9E84E-5922-4F26-9EAD-8AB4E668133E}" dt="2026-10-27T20:24:34.893" v="1547" actId="947"/>
          <ac:spMkLst>
            <pc:docMk/>
            <pc:sldMk cId="4034194576" sldId="375"/>
            <ac:spMk id="11" creationId="{00000000-0000-0000-0000-000000000000}"/>
          </ac:spMkLst>
        </pc:spChg>
        <pc:spChg chg="mod">
          <ac:chgData name="Eder Silva" userId="9b7f41b4-798d-40cf-8f87-8e33ae7a0417" providerId="ADAL" clId="{DFF9E84E-5922-4F26-9EAD-8AB4E668133E}" dt="2026-10-27T20:24:34.899" v="1548" actId="947"/>
          <ac:spMkLst>
            <pc:docMk/>
            <pc:sldMk cId="4034194576" sldId="375"/>
            <ac:spMk id="13" creationId="{00000000-0000-0000-0000-000000000000}"/>
          </ac:spMkLst>
        </pc:spChg>
        <pc:spChg chg="mod">
          <ac:chgData name="Eder Silva" userId="9b7f41b4-798d-40cf-8f87-8e33ae7a0417" providerId="ADAL" clId="{DFF9E84E-5922-4F26-9EAD-8AB4E668133E}" dt="2026-10-27T20:24:34.576" v="1483" actId="947"/>
          <ac:spMkLst>
            <pc:docMk/>
            <pc:sldMk cId="4034194576" sldId="375"/>
            <ac:spMk id="14" creationId="{00000000-0000-0000-0000-000000000000}"/>
          </ac:spMkLst>
        </pc:spChg>
      </pc:sldChg>
      <pc:sldChg chg="add del ord">
        <pc:chgData name="Eder Silva" userId="9b7f41b4-798d-40cf-8f87-8e33ae7a0417" providerId="ADAL" clId="{DFF9E84E-5922-4F26-9EAD-8AB4E668133E}" dt="2026-10-27T20:29:04.539" v="1737" actId="47"/>
        <pc:sldMkLst>
          <pc:docMk/>
          <pc:sldMk cId="2179494419" sldId="376"/>
        </pc:sldMkLst>
      </pc:sldChg>
      <pc:sldChg chg="add del ord">
        <pc:chgData name="Eder Silva" userId="9b7f41b4-798d-40cf-8f87-8e33ae7a0417" providerId="ADAL" clId="{DFF9E84E-5922-4F26-9EAD-8AB4E668133E}" dt="2026-10-27T20:29:04.539" v="1737" actId="47"/>
        <pc:sldMkLst>
          <pc:docMk/>
          <pc:sldMk cId="1597805926" sldId="377"/>
        </pc:sldMkLst>
      </pc:sldChg>
      <pc:sldChg chg="add del ord">
        <pc:chgData name="Eder Silva" userId="9b7f41b4-798d-40cf-8f87-8e33ae7a0417" providerId="ADAL" clId="{DFF9E84E-5922-4F26-9EAD-8AB4E668133E}" dt="2026-10-27T20:29:04.539" v="1737" actId="47"/>
        <pc:sldMkLst>
          <pc:docMk/>
          <pc:sldMk cId="3211686799" sldId="378"/>
        </pc:sldMkLst>
      </pc:sldChg>
      <pc:sldChg chg="modSp add del mod ord modNotes">
        <pc:chgData name="Eder Silva" userId="9b7f41b4-798d-40cf-8f87-8e33ae7a0417" providerId="ADAL" clId="{DFF9E84E-5922-4F26-9EAD-8AB4E668133E}" dt="2026-10-27T20:29:04.539" v="1737" actId="47"/>
        <pc:sldMkLst>
          <pc:docMk/>
          <pc:sldMk cId="984593025" sldId="379"/>
        </pc:sldMkLst>
        <pc:spChg chg="mod">
          <ac:chgData name="Eder Silva" userId="9b7f41b4-798d-40cf-8f87-8e33ae7a0417" providerId="ADAL" clId="{DFF9E84E-5922-4F26-9EAD-8AB4E668133E}" dt="2026-10-27T20:24:34.988" v="1563" actId="947"/>
          <ac:spMkLst>
            <pc:docMk/>
            <pc:sldMk cId="984593025" sldId="379"/>
            <ac:spMk id="2" creationId="{00000000-0000-0000-0000-000000000000}"/>
          </ac:spMkLst>
        </pc:spChg>
        <pc:spChg chg="mod">
          <ac:chgData name="Eder Silva" userId="9b7f41b4-798d-40cf-8f87-8e33ae7a0417" providerId="ADAL" clId="{DFF9E84E-5922-4F26-9EAD-8AB4E668133E}" dt="2026-10-27T20:24:35.630" v="1682" actId="947"/>
          <ac:spMkLst>
            <pc:docMk/>
            <pc:sldMk cId="984593025" sldId="379"/>
            <ac:spMk id="5" creationId="{00000000-0000-0000-0000-000000000000}"/>
          </ac:spMkLst>
        </pc:spChg>
        <pc:spChg chg="mod">
          <ac:chgData name="Eder Silva" userId="9b7f41b4-798d-40cf-8f87-8e33ae7a0417" providerId="ADAL" clId="{DFF9E84E-5922-4F26-9EAD-8AB4E668133E}" dt="2026-10-27T20:24:35.634" v="1683" actId="947"/>
          <ac:spMkLst>
            <pc:docMk/>
            <pc:sldMk cId="984593025" sldId="379"/>
            <ac:spMk id="7" creationId="{00000000-0000-0000-0000-000000000000}"/>
          </ac:spMkLst>
        </pc:spChg>
        <pc:spChg chg="mod">
          <ac:chgData name="Eder Silva" userId="9b7f41b4-798d-40cf-8f87-8e33ae7a0417" providerId="ADAL" clId="{DFF9E84E-5922-4F26-9EAD-8AB4E668133E}" dt="2026-10-27T20:24:35.640" v="1684" actId="947"/>
          <ac:spMkLst>
            <pc:docMk/>
            <pc:sldMk cId="984593025" sldId="379"/>
            <ac:spMk id="9" creationId="{00000000-0000-0000-0000-000000000000}"/>
          </ac:spMkLst>
        </pc:spChg>
        <pc:spChg chg="mod">
          <ac:chgData name="Eder Silva" userId="9b7f41b4-798d-40cf-8f87-8e33ae7a0417" providerId="ADAL" clId="{DFF9E84E-5922-4F26-9EAD-8AB4E668133E}" dt="2026-10-27T20:24:35.644" v="1685" actId="947"/>
          <ac:spMkLst>
            <pc:docMk/>
            <pc:sldMk cId="984593025" sldId="379"/>
            <ac:spMk id="11" creationId="{00000000-0000-0000-0000-000000000000}"/>
          </ac:spMkLst>
        </pc:spChg>
        <pc:spChg chg="mod">
          <ac:chgData name="Eder Silva" userId="9b7f41b4-798d-40cf-8f87-8e33ae7a0417" providerId="ADAL" clId="{DFF9E84E-5922-4F26-9EAD-8AB4E668133E}" dt="2026-10-27T20:24:35.649" v="1686" actId="947"/>
          <ac:spMkLst>
            <pc:docMk/>
            <pc:sldMk cId="984593025" sldId="379"/>
            <ac:spMk id="13" creationId="{00000000-0000-0000-0000-000000000000}"/>
          </ac:spMkLst>
        </pc:spChg>
        <pc:spChg chg="mod">
          <ac:chgData name="Eder Silva" userId="9b7f41b4-798d-40cf-8f87-8e33ae7a0417" providerId="ADAL" clId="{DFF9E84E-5922-4F26-9EAD-8AB4E668133E}" dt="2026-10-27T20:24:35.342" v="1621" actId="947"/>
          <ac:spMkLst>
            <pc:docMk/>
            <pc:sldMk cId="984593025" sldId="379"/>
            <ac:spMk id="14" creationId="{00000000-0000-0000-0000-000000000000}"/>
          </ac:spMkLst>
        </pc:spChg>
      </pc:sldChg>
      <pc:sldChg chg="add del ord">
        <pc:chgData name="Eder Silva" userId="9b7f41b4-798d-40cf-8f87-8e33ae7a0417" providerId="ADAL" clId="{DFF9E84E-5922-4F26-9EAD-8AB4E668133E}" dt="2026-10-27T20:29:04.539" v="1737" actId="47"/>
        <pc:sldMkLst>
          <pc:docMk/>
          <pc:sldMk cId="3047409679" sldId="380"/>
        </pc:sldMkLst>
      </pc:sldChg>
      <pc:sldChg chg="add del ord">
        <pc:chgData name="Eder Silva" userId="9b7f41b4-798d-40cf-8f87-8e33ae7a0417" providerId="ADAL" clId="{DFF9E84E-5922-4F26-9EAD-8AB4E668133E}" dt="2026-10-27T20:29:04.539" v="1737" actId="47"/>
        <pc:sldMkLst>
          <pc:docMk/>
          <pc:sldMk cId="1216252208" sldId="381"/>
        </pc:sldMkLst>
      </pc:sldChg>
      <pc:sldChg chg="add del ord">
        <pc:chgData name="Eder Silva" userId="9b7f41b4-798d-40cf-8f87-8e33ae7a0417" providerId="ADAL" clId="{DFF9E84E-5922-4F26-9EAD-8AB4E668133E}" dt="2026-10-27T20:29:04.539" v="1737" actId="47"/>
        <pc:sldMkLst>
          <pc:docMk/>
          <pc:sldMk cId="2380147418" sldId="382"/>
        </pc:sldMkLst>
      </pc:sldChg>
      <pc:sldChg chg="add del ord">
        <pc:chgData name="Eder Silva" userId="9b7f41b4-798d-40cf-8f87-8e33ae7a0417" providerId="ADAL" clId="{DFF9E84E-5922-4F26-9EAD-8AB4E668133E}" dt="2026-10-27T20:29:04.539" v="1737" actId="47"/>
        <pc:sldMkLst>
          <pc:docMk/>
          <pc:sldMk cId="286714810" sldId="383"/>
        </pc:sldMkLst>
      </pc:sldChg>
      <pc:sldChg chg="add del ord">
        <pc:chgData name="Eder Silva" userId="9b7f41b4-798d-40cf-8f87-8e33ae7a0417" providerId="ADAL" clId="{DFF9E84E-5922-4F26-9EAD-8AB4E668133E}" dt="2026-10-27T20:29:04.539" v="1737" actId="47"/>
        <pc:sldMkLst>
          <pc:docMk/>
          <pc:sldMk cId="541256039" sldId="384"/>
        </pc:sldMkLst>
      </pc:sldChg>
      <pc:sldChg chg="del">
        <pc:chgData name="Eder Silva" userId="9b7f41b4-798d-40cf-8f87-8e33ae7a0417" providerId="ADAL" clId="{DFF9E84E-5922-4F26-9EAD-8AB4E668133E}" dt="2026-10-27T20:29:04.539" v="1737" actId="47"/>
        <pc:sldMkLst>
          <pc:docMk/>
          <pc:sldMk cId="1690716328" sldId="385"/>
        </pc:sldMkLst>
      </pc:sldChg>
      <pc:sldChg chg="del">
        <pc:chgData name="Eder Silva" userId="9b7f41b4-798d-40cf-8f87-8e33ae7a0417" providerId="ADAL" clId="{DFF9E84E-5922-4F26-9EAD-8AB4E668133E}" dt="2026-10-27T20:29:04.539" v="1737" actId="47"/>
        <pc:sldMkLst>
          <pc:docMk/>
          <pc:sldMk cId="2271620642" sldId="386"/>
        </pc:sldMkLst>
      </pc:sldChg>
      <pc:sldChg chg="del">
        <pc:chgData name="Eder Silva" userId="9b7f41b4-798d-40cf-8f87-8e33ae7a0417" providerId="ADAL" clId="{DFF9E84E-5922-4F26-9EAD-8AB4E668133E}" dt="2026-10-27T20:29:04.539" v="1737" actId="47"/>
        <pc:sldMkLst>
          <pc:docMk/>
          <pc:sldMk cId="3864540494" sldId="387"/>
        </pc:sldMkLst>
      </pc:sldChg>
      <pc:sldChg chg="del">
        <pc:chgData name="Eder Silva" userId="9b7f41b4-798d-40cf-8f87-8e33ae7a0417" providerId="ADAL" clId="{DFF9E84E-5922-4F26-9EAD-8AB4E668133E}" dt="2026-10-27T20:29:04.539" v="1737" actId="47"/>
        <pc:sldMkLst>
          <pc:docMk/>
          <pc:sldMk cId="4185990033" sldId="388"/>
        </pc:sldMkLst>
      </pc:sldChg>
      <pc:sldChg chg="del">
        <pc:chgData name="Eder Silva" userId="9b7f41b4-798d-40cf-8f87-8e33ae7a0417" providerId="ADAL" clId="{DFF9E84E-5922-4F26-9EAD-8AB4E668133E}" dt="2026-10-27T20:29:04.539" v="1737" actId="47"/>
        <pc:sldMkLst>
          <pc:docMk/>
          <pc:sldMk cId="863800861" sldId="389"/>
        </pc:sldMkLst>
      </pc:sldChg>
      <pc:sldChg chg="del">
        <pc:chgData name="Eder Silva" userId="9b7f41b4-798d-40cf-8f87-8e33ae7a0417" providerId="ADAL" clId="{DFF9E84E-5922-4F26-9EAD-8AB4E668133E}" dt="2026-10-27T20:29:04.539" v="1737" actId="47"/>
        <pc:sldMkLst>
          <pc:docMk/>
          <pc:sldMk cId="1664773523" sldId="390"/>
        </pc:sldMkLst>
      </pc:sldChg>
      <pc:sldChg chg="del">
        <pc:chgData name="Eder Silva" userId="9b7f41b4-798d-40cf-8f87-8e33ae7a0417" providerId="ADAL" clId="{DFF9E84E-5922-4F26-9EAD-8AB4E668133E}" dt="2026-10-27T20:29:04.539" v="1737" actId="47"/>
        <pc:sldMkLst>
          <pc:docMk/>
          <pc:sldMk cId="2959154275" sldId="391"/>
        </pc:sldMkLst>
      </pc:sldChg>
      <pc:sldChg chg="del">
        <pc:chgData name="Eder Silva" userId="9b7f41b4-798d-40cf-8f87-8e33ae7a0417" providerId="ADAL" clId="{DFF9E84E-5922-4F26-9EAD-8AB4E668133E}" dt="2026-10-27T20:29:04.539" v="1737" actId="47"/>
        <pc:sldMkLst>
          <pc:docMk/>
          <pc:sldMk cId="3371124664" sldId="392"/>
        </pc:sldMkLst>
      </pc:sldChg>
      <pc:sldChg chg="del">
        <pc:chgData name="Eder Silva" userId="9b7f41b4-798d-40cf-8f87-8e33ae7a0417" providerId="ADAL" clId="{DFF9E84E-5922-4F26-9EAD-8AB4E668133E}" dt="2026-10-27T20:29:04.539" v="1737" actId="47"/>
        <pc:sldMkLst>
          <pc:docMk/>
          <pc:sldMk cId="2569835075" sldId="393"/>
        </pc:sldMkLst>
      </pc:sldChg>
      <pc:sldChg chg="del">
        <pc:chgData name="Eder Silva" userId="9b7f41b4-798d-40cf-8f87-8e33ae7a0417" providerId="ADAL" clId="{DFF9E84E-5922-4F26-9EAD-8AB4E668133E}" dt="2026-10-27T20:29:04.539" v="1737" actId="47"/>
        <pc:sldMkLst>
          <pc:docMk/>
          <pc:sldMk cId="3020171308" sldId="394"/>
        </pc:sldMkLst>
      </pc:sldChg>
      <pc:sldChg chg="del">
        <pc:chgData name="Eder Silva" userId="9b7f41b4-798d-40cf-8f87-8e33ae7a0417" providerId="ADAL" clId="{DFF9E84E-5922-4F26-9EAD-8AB4E668133E}" dt="2026-10-27T20:29:04.539" v="1737" actId="47"/>
        <pc:sldMkLst>
          <pc:docMk/>
          <pc:sldMk cId="4211369795" sldId="395"/>
        </pc:sldMkLst>
      </pc:sldChg>
      <pc:sldChg chg="del">
        <pc:chgData name="Eder Silva" userId="9b7f41b4-798d-40cf-8f87-8e33ae7a0417" providerId="ADAL" clId="{DFF9E84E-5922-4F26-9EAD-8AB4E668133E}" dt="2026-10-27T20:29:04.539" v="1737" actId="47"/>
        <pc:sldMkLst>
          <pc:docMk/>
          <pc:sldMk cId="3343991135" sldId="396"/>
        </pc:sldMkLst>
      </pc:sldChg>
      <pc:sldChg chg="del">
        <pc:chgData name="Eder Silva" userId="9b7f41b4-798d-40cf-8f87-8e33ae7a0417" providerId="ADAL" clId="{DFF9E84E-5922-4F26-9EAD-8AB4E668133E}" dt="2026-10-27T20:29:04.539" v="1737" actId="47"/>
        <pc:sldMkLst>
          <pc:docMk/>
          <pc:sldMk cId="1493037408" sldId="397"/>
        </pc:sldMkLst>
      </pc:sldChg>
      <pc:sldChg chg="del">
        <pc:chgData name="Eder Silva" userId="9b7f41b4-798d-40cf-8f87-8e33ae7a0417" providerId="ADAL" clId="{DFF9E84E-5922-4F26-9EAD-8AB4E668133E}" dt="2026-10-27T20:29:04.539" v="1737" actId="47"/>
        <pc:sldMkLst>
          <pc:docMk/>
          <pc:sldMk cId="838145820" sldId="398"/>
        </pc:sldMkLst>
      </pc:sldChg>
      <pc:sldChg chg="del">
        <pc:chgData name="Eder Silva" userId="9b7f41b4-798d-40cf-8f87-8e33ae7a0417" providerId="ADAL" clId="{DFF9E84E-5922-4F26-9EAD-8AB4E668133E}" dt="2026-10-27T20:29:04.539" v="1737" actId="47"/>
        <pc:sldMkLst>
          <pc:docMk/>
          <pc:sldMk cId="393458837" sldId="399"/>
        </pc:sldMkLst>
      </pc:sldChg>
      <pc:sldChg chg="del">
        <pc:chgData name="Eder Silva" userId="9b7f41b4-798d-40cf-8f87-8e33ae7a0417" providerId="ADAL" clId="{DFF9E84E-5922-4F26-9EAD-8AB4E668133E}" dt="2026-10-27T20:29:04.539" v="1737" actId="47"/>
        <pc:sldMkLst>
          <pc:docMk/>
          <pc:sldMk cId="204487673" sldId="400"/>
        </pc:sldMkLst>
      </pc:sldChg>
      <pc:sldChg chg="del">
        <pc:chgData name="Eder Silva" userId="9b7f41b4-798d-40cf-8f87-8e33ae7a0417" providerId="ADAL" clId="{DFF9E84E-5922-4F26-9EAD-8AB4E668133E}" dt="2026-10-27T20:29:04.539" v="1737" actId="47"/>
        <pc:sldMkLst>
          <pc:docMk/>
          <pc:sldMk cId="4163734863" sldId="401"/>
        </pc:sldMkLst>
      </pc:sldChg>
      <pc:sldChg chg="del">
        <pc:chgData name="Eder Silva" userId="9b7f41b4-798d-40cf-8f87-8e33ae7a0417" providerId="ADAL" clId="{DFF9E84E-5922-4F26-9EAD-8AB4E668133E}" dt="2026-10-27T20:29:04.539" v="1737" actId="47"/>
        <pc:sldMkLst>
          <pc:docMk/>
          <pc:sldMk cId="1294082376" sldId="402"/>
        </pc:sldMkLst>
      </pc:sldChg>
      <pc:sldChg chg="del">
        <pc:chgData name="Eder Silva" userId="9b7f41b4-798d-40cf-8f87-8e33ae7a0417" providerId="ADAL" clId="{DFF9E84E-5922-4F26-9EAD-8AB4E668133E}" dt="2026-10-27T20:29:04.539" v="1737" actId="47"/>
        <pc:sldMkLst>
          <pc:docMk/>
          <pc:sldMk cId="629920193" sldId="403"/>
        </pc:sldMkLst>
      </pc:sldChg>
      <pc:sldChg chg="del">
        <pc:chgData name="Eder Silva" userId="9b7f41b4-798d-40cf-8f87-8e33ae7a0417" providerId="ADAL" clId="{DFF9E84E-5922-4F26-9EAD-8AB4E668133E}" dt="2026-10-27T20:29:04.539" v="1737" actId="47"/>
        <pc:sldMkLst>
          <pc:docMk/>
          <pc:sldMk cId="2565720608" sldId="404"/>
        </pc:sldMkLst>
      </pc:sldChg>
      <pc:sldChg chg="del">
        <pc:chgData name="Eder Silva" userId="9b7f41b4-798d-40cf-8f87-8e33ae7a0417" providerId="ADAL" clId="{DFF9E84E-5922-4F26-9EAD-8AB4E668133E}" dt="2026-10-27T20:29:04.539" v="1737" actId="47"/>
        <pc:sldMkLst>
          <pc:docMk/>
          <pc:sldMk cId="1273220964" sldId="405"/>
        </pc:sldMkLst>
      </pc:sldChg>
      <pc:sldChg chg="del">
        <pc:chgData name="Eder Silva" userId="9b7f41b4-798d-40cf-8f87-8e33ae7a0417" providerId="ADAL" clId="{DFF9E84E-5922-4F26-9EAD-8AB4E668133E}" dt="2026-10-27T20:29:04.539" v="1737" actId="47"/>
        <pc:sldMkLst>
          <pc:docMk/>
          <pc:sldMk cId="3180564731" sldId="406"/>
        </pc:sldMkLst>
      </pc:sldChg>
      <pc:sldChg chg="del">
        <pc:chgData name="Eder Silva" userId="9b7f41b4-798d-40cf-8f87-8e33ae7a0417" providerId="ADAL" clId="{DFF9E84E-5922-4F26-9EAD-8AB4E668133E}" dt="2026-10-27T20:29:04.539" v="1737" actId="47"/>
        <pc:sldMkLst>
          <pc:docMk/>
          <pc:sldMk cId="3752121928" sldId="407"/>
        </pc:sldMkLst>
      </pc:sldChg>
      <pc:sldChg chg="del">
        <pc:chgData name="Eder Silva" userId="9b7f41b4-798d-40cf-8f87-8e33ae7a0417" providerId="ADAL" clId="{DFF9E84E-5922-4F26-9EAD-8AB4E668133E}" dt="2026-10-27T20:29:04.539" v="1737" actId="47"/>
        <pc:sldMkLst>
          <pc:docMk/>
          <pc:sldMk cId="1126013704" sldId="408"/>
        </pc:sldMkLst>
      </pc:sldChg>
      <pc:sldChg chg="del">
        <pc:chgData name="Eder Silva" userId="9b7f41b4-798d-40cf-8f87-8e33ae7a0417" providerId="ADAL" clId="{DFF9E84E-5922-4F26-9EAD-8AB4E668133E}" dt="2026-10-27T20:29:04.539" v="1737" actId="47"/>
        <pc:sldMkLst>
          <pc:docMk/>
          <pc:sldMk cId="2476978483" sldId="409"/>
        </pc:sldMkLst>
      </pc:sldChg>
      <pc:sldChg chg="del">
        <pc:chgData name="Eder Silva" userId="9b7f41b4-798d-40cf-8f87-8e33ae7a0417" providerId="ADAL" clId="{DFF9E84E-5922-4F26-9EAD-8AB4E668133E}" dt="2026-10-27T20:29:04.539" v="1737" actId="47"/>
        <pc:sldMkLst>
          <pc:docMk/>
          <pc:sldMk cId="1014457945" sldId="410"/>
        </pc:sldMkLst>
      </pc:sldChg>
      <pc:sldChg chg="del">
        <pc:chgData name="Eder Silva" userId="9b7f41b4-798d-40cf-8f87-8e33ae7a0417" providerId="ADAL" clId="{DFF9E84E-5922-4F26-9EAD-8AB4E668133E}" dt="2026-10-27T20:29:04.539" v="1737" actId="47"/>
        <pc:sldMkLst>
          <pc:docMk/>
          <pc:sldMk cId="632048277" sldId="411"/>
        </pc:sldMkLst>
      </pc:sldChg>
      <pc:sldMasterChg chg="delSp mod">
        <pc:chgData name="Eder Silva" userId="9b7f41b4-798d-40cf-8f87-8e33ae7a0417" providerId="ADAL" clId="{DFF9E84E-5922-4F26-9EAD-8AB4E668133E}" dt="2026-10-27T15:51:19.877" v="544"/>
        <pc:sldMasterMkLst>
          <pc:docMk/>
          <pc:sldMasterMk cId="2209977519" sldId="2147483660"/>
        </pc:sldMasterMkLst>
        <pc:spChg chg="del">
          <ac:chgData name="Eder Silva" userId="9b7f41b4-798d-40cf-8f87-8e33ae7a0417" providerId="ADAL" clId="{DFF9E84E-5922-4F26-9EAD-8AB4E668133E}" dt="2026-10-27T15:51:19.877" v="544"/>
          <ac:spMkLst>
            <pc:docMk/>
            <pc:sldMasterMk cId="2209977519" sldId="2147483660"/>
            <ac:spMk id="8" creationId="{F20A0968-A05B-B1FD-0EEA-3536F63355D3}"/>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4404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Boas-vindas à sessão de fechamento. Durante o curso vocês usaram IA como ferramenta: escreveram análises com agentes de código, estudaram artigos com LLMs, rodaram seleção genômica e simulação. Hoje a pergunta muda: o que a IA já faz de forma efetiva e que não coube nestes três dias? Três objetivos: (1) recapitular o arco do curso, (2) mostrar a fronteira dentro do melhoramento e, sobretudo, fora dele - moléculas, proteínas, events, agro digital e outras ciências, (3) discutir confiança, ética, propriedade e o que aprender a seguir. Regra do dia: entusiasmo, sempre com evidência. Cada slide tem referência no rodapé; preprints e anúncios de empresa estão marcados.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Recapitulação rápida, 2 minutos. Peça que cada um diga em uma palavra o que mais usou no curso. A mensagem: vocês já operam com IA no núcleo do melhoramento - dados, predição, otimização, decisão. O restante da tarde é sobre o que está em volta desse núcleo.</a:t>
            </a:r>
          </a:p>
          <a:p>
            <a:endParaRPr lang="pt-BR"/>
          </a:p>
          <a:p>
            <a:r>
              <a:rPr lang="pt-BR"/>
              <a:t>REFERÊNCIAS:</a:t>
            </a:r>
          </a:p>
          <a:p>
            <a:r>
              <a:rPr lang="pt-BR"/>
              <a:t>Programa da disciplina FIT 796 - IA no Melhoramento de Plantas, UFV, 2026 (README do repositório do curso).</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Este é o slide-tese do fechamento. Da esquerda para a direita, a distância em relação ao que praticamos aumenta. O primeiro anel é o que vocês já sabem fazer. O segundo é a fronteira do próprio melhoramento - modelos de DNA, moléculas, proteínas, events, edição. O terceiro é o agro fora do melhoramento - clima, precisão, robótica, diagnóstico. O quarto é a prova de que a tecnologia é real: Nobel, fármacos em ensaio clínico, materiais, matemática. Vamos percorrer os anéis nessa ordem e voltar ao melhoramento no final.</a:t>
            </a:r>
          </a:p>
          <a:p>
            <a:endParaRPr lang="pt-BR"/>
          </a:p>
          <a:p>
            <a:r>
              <a:rPr lang="pt-BR"/>
              <a:t>REFERÊNCIAS:</a:t>
            </a:r>
          </a:p>
          <a:p>
            <a:r>
              <a:rPr lang="pt-BR"/>
              <a:t>Ver os rodapés dos slides de cada parte.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Abra com escala, não com definições. Cada linha é um resultado verificado, não uma projeção. Pergunte: quantos destes vocês viram quando aconteceram? Poucas mãos - e esse é o ponto: o campo anda mais rápido que o material didático. Sobre 2026: o artigo de Lu et al. descreve a automação da pesquisa em IA de ponta a ponta; não é um artigo da Nature escrito por IA.</a:t>
            </a:r>
          </a:p>
          <a:p>
            <a:endParaRPr lang="en-US"/>
          </a:p>
          <a:p>
            <a:r>
              <a:rPr lang="en-US"/>
              <a:t>REFERÊNCIAS (verificadas):</a:t>
            </a:r>
          </a:p>
          <a:p>
            <a:r>
              <a:rPr lang="en-US"/>
              <a:t>• Benegas G et al. (2023). DNA language models are powerful predictors of genome-wide variant effects. PNAS. https://doi.org/10.1073/pnas.2311219120</a:t>
            </a:r>
          </a:p>
          <a:p>
            <a:r>
              <a:rPr lang="en-US"/>
              <a:t>• Nguyen E et al. (2024). Sequence modeling and design from molecular to genome scale with Evo. Science. https://doi.org/10.1126/science.ado9336</a:t>
            </a:r>
          </a:p>
          <a:p>
            <a:r>
              <a:rPr lang="en-US"/>
              <a:t>• Mendoza-Revilla J et al. (2024). A foundational large language model for edible plant genomes. Communications Biology. https://doi.org/10.1038/s42003-024-06465-2</a:t>
            </a:r>
          </a:p>
          <a:p>
            <a:r>
              <a:rPr lang="en-US"/>
              <a:t>• DeBruin J et al. (2025). Breaking the field phenotyping bottleneck in maize with autonomous robots. Communications Biology 8:467. https://doi.org/10.1038/s42003-025-07890-7</a:t>
            </a:r>
          </a:p>
          <a:p>
            <a:r>
              <a:rPr lang="en-US"/>
              <a:t>• Google Research &amp; University of Chicago (2025). How AI is helping 38 million farmers with advance weather predictions. Google blog / UChicago Institute for Climate and Sustainable Growth. https://blog.google/innovation-and-ai/technology/research/indian-farmers-monsoon-prediction/</a:t>
            </a:r>
          </a:p>
          <a:p>
            <a:r>
              <a:rPr lang="en-US"/>
              <a:t>• Lu C et al. (2026). Towards end-to-end automation of AI research. Nature. https://doi.org/10.1038/s41586-026-10265-5</a:t>
            </a:r>
          </a:p>
          <a:p>
            <a:r>
              <a:rPr lang="en-US"/>
              <a:t>• King SH et al. (2026). Generative design of bacteriophages with genome language models. Science. https://doi.org/10.1126/science.aec2657</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Mapa do melhoramento: genoma, regulação, desenho, fenótipo, ambiente e decisão. Em 2020, só a caixa de decisão (predição genômica) tinha IA séria. Hoje todas têm. As caixas de fenótipo e decisão vocês já praticaram no curso; nesta sessão ficamos com genoma, desenho e ambiente - e depois saímos do melhoramento.</a:t>
            </a:r>
          </a:p>
          <a:p>
            <a:endParaRPr lang="en-US"/>
          </a:p>
          <a:p>
            <a:r>
              <a:rPr lang="en-US"/>
              <a:t>REFERÊNCIAS (verificadas):</a:t>
            </a:r>
          </a:p>
          <a:p>
            <a:r>
              <a:rPr lang="en-US"/>
              <a:t>• Zhai J et al. (2026). PlantCAD2: A DNA foundation model for interpreting genomes across flowering plants. Cell Genomics. https://doi.org/10.1016/j.xgen.2026.101329</a:t>
            </a:r>
          </a:p>
          <a:p>
            <a:r>
              <a:rPr lang="en-US"/>
              <a:t>• Yu H et al. (2024). An interpretable RNA foundation model for exploring functional RNA motifs in plants. Nature Machine Intelligence. https://doi.org/10.1038/s42256-024-00946-z</a:t>
            </a:r>
          </a:p>
          <a:p>
            <a:r>
              <a:rPr lang="en-US"/>
              <a:t>• Nguyen E et al. (2024). Sequence modeling and design from molecular to genome scale with Evo. Science. https://doi.org/10.1126/science.ado9336</a:t>
            </a:r>
          </a:p>
          <a:p>
            <a:r>
              <a:rPr lang="en-US"/>
              <a:t>• Kirillov A et al. (2023). Segment Anything. Proc. IEEE/CVF ICCV 2023, pp. 3992-4003. https://doi.org/10.1109/iccv51070.2023.00371</a:t>
            </a:r>
          </a:p>
          <a:p>
            <a:r>
              <a:rPr lang="en-US"/>
              <a:t>• Lam R et al. (2023). Learning skillful medium-range global weather forecasting. Science 382:1416-1421. https://doi.org/10.1126/science.adi2336</a:t>
            </a:r>
          </a:p>
          <a:p>
            <a:r>
              <a:rPr lang="en-US"/>
              <a:t>• Morshedian A &amp; Domaratzki M (2026). LSTM-attention-guided graph neural networks for integrated genotype–Environment modeling in maize yield prediction. PLOS Computational Biology 22:e1013729. https://doi.org/10.1371/journal.pcbi.1013729</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Transição. Começamos pela camada mais próxima do que o melhorista já faz: o genoma - mas com um tipo de modelo que não vimos no curso.</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Núcleo conceitual da parte. A tarefa de treino é trivial: mascarar uma base e prevê-la pelo contexto, sem rótulos de fenótipo. A consequência não é trivial: para prever bem, o modelo internaliza estrutura gênica, sítios de splicing, códons e motivos. Dê a ele uma variante real do seu germoplasma: se o modelo se 'surpreende' com o alelo, a posição provavelmente está sob restrição - candidata a mutação deletéria. As probabilidades da figura são ilustrativas.</a:t>
            </a:r>
          </a:p>
          <a:p>
            <a:endParaRPr lang="pt-BR"/>
          </a:p>
          <a:p>
            <a:r>
              <a:rPr lang="pt-BR"/>
              <a:t>REFERÊNCIAS (verificadas):</a:t>
            </a:r>
          </a:p>
          <a:p>
            <a:r>
              <a:rPr lang="pt-BR"/>
              <a:t>• Benegas G et al. (2023). DNA language models are powerful predictors of genome-wide variant effects. PNAS. https://doi.org/10.1073/pnas.2311219120</a:t>
            </a:r>
          </a:p>
          <a:p>
            <a:r>
              <a:rPr lang="pt-BR"/>
              <a:t>• Zhai J et al. (2025). Cross-species modeling of plant genomes at single-nucleotide resolution using a pretrained DNA language model. PNAS. https://doi.org/10.1073/pnas.2421738122</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Fecha a Parte 1 em um slide. Mensagem estratégica: em plantas, o especialista de 676 milhões de parâmetros venceu o generalista de 7 bilhões - não é preciso orçamento de big tech, é preciso o dado certo (um teste independente mostrou que o Evo 2 percebe restrição evolutiva em plantas só modestamente). O próximo passo é a escala do pangenoma: variantes estruturais escondem variação causal que nossos hábitos centrados em SNPs não veem, e o precedente do GPN-MSA sugere uma tabela de escores para cada cultura, consultável antes de desenhar um cruzamento - recurso que ainda não existe para a maioria das culturas.</a:t>
            </a:r>
          </a:p>
          <a:p>
            <a:endParaRPr lang="en-US"/>
          </a:p>
          <a:p>
            <a:r>
              <a:rPr lang="en-US"/>
              <a:t>REFERÊNCIAS (verificadas):</a:t>
            </a:r>
          </a:p>
          <a:p>
            <a:r>
              <a:rPr lang="en-US"/>
              <a:t>• Zhai J et al. (2026). PlantCAD2: A DNA foundation model for interpreting genomes across flowering plants. Cell Genomics. https://doi.org/10.1016/j.xgen.2026.101329</a:t>
            </a:r>
          </a:p>
          <a:p>
            <a:r>
              <a:rPr lang="en-US"/>
              <a:t>• Brixi G et al. (2025). Genome modeling and design across all domains of life with Evo 2. bioRxiv. https://doi.org/10.1101/2025.02.18.638918</a:t>
            </a:r>
          </a:p>
          <a:p>
            <a:r>
              <a:rPr lang="en-US"/>
              <a:t>• Mantegazza O et al. (2026). Evo 2’s perception of single nucleotide substitutions in the genes of two plant model organisms. Open Research Europe. https://doi.org/10.12688/openreseurope.24244.1</a:t>
            </a:r>
          </a:p>
          <a:p>
            <a:r>
              <a:rPr lang="en-US"/>
              <a:t>• Qian B et al. (2026). OneGenome-Rice (OGR): A genomic foundation model for rice. bioRxiv. https://doi.org/10.64898/2026.04.21.719822</a:t>
            </a:r>
          </a:p>
          <a:p>
            <a:r>
              <a:rPr lang="en-US"/>
              <a:t>• Wang W et al. (2026). Integrating pan-genome analysis, GWAS, and interpretable machine learning to prioritize trait-associated structural variations in Setaria italica. Plant Communications. https://doi.org/10.1016/j.xplc.2025.101626</a:t>
            </a:r>
          </a:p>
          <a:p>
            <a:r>
              <a:rPr lang="en-US"/>
              <a:t>• Benegas G et al. (2025). A DNA language model based on multispecies alignment predicts the effects of genome-wide variants. Nature Biotechnology. https://doi.org/10.1038/s41587-024-02511-w</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Transição para o tema que o curso não cobriu e que é a fronteira além do germoplasma disponível. Seleção genômica e OCS otimizam alelos que já existem; aqui o produto é uma molécula, um peptídeo, uma proteína engenheirada ou um event.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Comece pelo paradoxo: a IA está barateando a descoberta, mas o tempo total até o mercado aumentou - o custo de um event caiu 15% e o tempo subiu 26%. A maior parte do tempo está no regulatório e na aprovação de mercados importadores, algo que nenhuma IA resolve. A farma está alguns anos à frente: o rentosertib (fibrose pulmonar idiopática) é um dos primeiros fármacos com alvo e molécula vindos de IA generativa a completar um ensaio randomizado de fase 2a. Mas o 'paciente' do agro é uma população de plantas em campo aberto, e um defensivo precisa custar ordens de grandeza menos por grama que um fármaco.</a:t>
            </a:r>
          </a:p>
          <a:p>
            <a:endParaRPr lang="pt-BR"/>
          </a:p>
          <a:p>
            <a:r>
              <a:rPr lang="pt-BR"/>
              <a:t>REFERÊNCIAS (verificadas):</a:t>
            </a:r>
          </a:p>
          <a:p>
            <a:r>
              <a:rPr lang="pt-BR"/>
              <a:t>• AgbioInvestor / CropLife International (2026). The Cost of New Agrochemical Product Discovery, Development and Registration (2020-23). https://agbioinvestor.com/croplife-new-agrochemical-product-study-2026/</a:t>
            </a:r>
          </a:p>
          <a:p>
            <a:r>
              <a:rPr lang="pt-BR"/>
              <a:t>• Bayer. Crop Protection Regulatory Process. https://www.bayer.com/en/agriculture/article/bringing-crop-protection-products-market</a:t>
            </a:r>
          </a:p>
          <a:p>
            <a:r>
              <a:rPr lang="pt-BR"/>
              <a:t>• Phillips McDougall (2011). The cost and time involved in the discovery, development and authorisation of a new plant biotechnology derived trait. https://croplife.org/wp-content/uploads/2014/04/Getting-a-Biotech-Crop-to-Market-Phillips-McDougall-Study.pdf</a:t>
            </a:r>
          </a:p>
          <a:p>
            <a:r>
              <a:rPr lang="pt-BR"/>
              <a:t>• AgbioInvestor (2022). Time and Cost to Develop a New GM Trait. https://croplife.org/wp-content/uploads/2022/05/AgbioInvestor-Trait-RD-Branded-Report-Final-20220512.pdf</a:t>
            </a:r>
          </a:p>
          <a:p>
            <a:r>
              <a:rPr lang="pt-BR"/>
              <a:t>• Xu Z et al. (2025). A generative AI-discovered TNIK inhibitor for idiopathic pulmonary fibrosis: a randomized phase 2a trial. Nature Medicine. https://doi.org/10.1038/s41591-025-03743-2</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A biologia de proteínas é a área em que a IA mais claramente mudou a ciência - a ponto de render um Nobel. Para o melhorista, o gancho são os traits: toxinas, enzimas de tolerância e receptores imunes são proteínas. A Bt redesenhada mostra que é possível vencer a resistência redesenhando a ligação ao receptor; a HPPD da FG72 é o caso didático de engenharia dirigida por estrutura; os Pikobodies trocam o domínio de reconhecimento de um NLR por um nanobody (alvo artificial, durabilidade em aberto). Se perguntarem: RNAi também é trait como molécula (SmartStax PRO, ledprona). Nos peptídeos a IA não inventa do zero: prioriza candidatos em espaços de milhões de sequências, com validação de bancada; os casos industriais são reais, mas os números são declarações das empresas.</a:t>
            </a:r>
          </a:p>
          <a:p>
            <a:endParaRPr lang="en-US"/>
          </a:p>
          <a:p>
            <a:r>
              <a:rPr lang="en-US"/>
              <a:t>REFERÊNCIAS (verificadas):</a:t>
            </a:r>
          </a:p>
          <a:p>
            <a:r>
              <a:rPr lang="en-US"/>
              <a:t>• The Nobel Prize in Chemistry 2024. https://www.nobelprize.org/prizes/chemistry/2024/summary/</a:t>
            </a:r>
          </a:p>
          <a:p>
            <a:r>
              <a:rPr lang="en-US"/>
              <a:t>• Abramson J et al. (2024). Accurate structure prediction of biomolecular interactions with AlphaFold 3. Nature. https://doi.org/10.1038/s41586-024-07487-w</a:t>
            </a:r>
          </a:p>
          <a:p>
            <a:r>
              <a:rPr lang="en-US"/>
              <a:t>• Varadi M et al. (2024). AlphaFold Protein Structure Database in 2024: providing structure coverage for over 214 million protein sequences. Nucleic Acids Research. https://doi.org/10.1093/nar/gkad1011</a:t>
            </a:r>
          </a:p>
          <a:p>
            <a:r>
              <a:rPr lang="en-US"/>
              <a:t>• Hayes T et al. (2025). Simulating 500 million years of evolution with a language model. Science. https://doi.org/10.1126/science.ads0018</a:t>
            </a:r>
          </a:p>
          <a:p>
            <a:r>
              <a:rPr lang="en-US"/>
              <a:t>• Kourelis J et al. (2023). NLR immune receptor-nanobody fusions confer plant disease resistance. Science. https://doi.org/10.1126/science.abn4116</a:t>
            </a:r>
          </a:p>
          <a:p>
            <a:r>
              <a:rPr lang="en-US"/>
              <a:t>• Badran AH et al. (2016). Continuous evolution of Bacillus thuringiensis toxins overcomes insect resistance. Nature. https://doi.org/10.1038/nature17938</a:t>
            </a:r>
          </a:p>
          <a:p>
            <a:r>
              <a:rPr lang="en-US"/>
              <a:t>• CFIA. Decision Document DD2012-91: soybean event FG72. https://inspection.canada.ca/en/plant-varieties/plants-novel-traits/approved-under-review/decision-documents/dd-2012-91</a:t>
            </a:r>
          </a:p>
          <a:p>
            <a:r>
              <a:rPr lang="en-US"/>
              <a:t>• US EPA (2017). EPA Registers Innovative Tool to Control Corn Rootworm. https://www.epa.gov/pesticide-registration/epa-registers-innovative-tool-control-corn-rootworm</a:t>
            </a:r>
          </a:p>
          <a:p>
            <a:r>
              <a:rPr lang="en-US"/>
              <a:t>• Bayer (2021). SmartStax PRO to Launch in US in 2022. https://www.bayer.com/sites/default/files/Bayer%20SmartStax%20PRO%20Media%20Release.pdf</a:t>
            </a:r>
          </a:p>
          <a:p>
            <a:r>
              <a:rPr lang="en-US"/>
              <a:t>• US EPA (2023). EPA Registers Novel Pesticide Technology for Potato Crops. https://www.epa.gov/pesticides/epa-registers-novel-pesticide-technology-potato-crops</a:t>
            </a:r>
          </a:p>
          <a:p>
            <a:r>
              <a:rPr lang="en-US"/>
              <a:t>• US EPA. GS-omega/kappa-Hxtx-Hv1a, primeiro registro 03/02/2014. https://ordspub.epa.gov/ords/pesticides/f?p=CHEMICALSEARCH:3:::::1,3,31,7,12,25:P3_XCHEMICAL_ID:25018</a:t>
            </a:r>
          </a:p>
          <a:p>
            <a:r>
              <a:rPr lang="en-US"/>
              <a:t>• Shao J et al. (2024). AGRAMP: machine learning models for predicting antimicrobial peptides against phytopathogenic bacteria. Frontiers in Microbiology. https://doi.org/10.3389/fmicb.2024.1304044</a:t>
            </a:r>
          </a:p>
          <a:p>
            <a:r>
              <a:rPr lang="en-US"/>
              <a:t>• Su H et al. (2025). Discovery of antimicrobial peptides from Bacillus genomes against phytopathogens with deep learning models. Chemical and Biological Technologies in Agriculture. https://doi.org/10.1186/s40538-025-00751-9</a:t>
            </a:r>
          </a:p>
          <a:p>
            <a:r>
              <a:rPr lang="en-US"/>
              <a:t>• Syngenta Crop Protection &amp; Insilico Medicine (2021). https://www.syngenta.com/media/media-releases/2021/syngenta-crop-protection-and-insilico-medicine-harness-artificial</a:t>
            </a:r>
          </a:p>
          <a:p>
            <a:r>
              <a:rPr lang="en-US"/>
              <a:t>• Bayer. CropKey. https://www.bayer.com/en/agriculture/cropkey</a:t>
            </a:r>
          </a:p>
          <a:p>
            <a:r>
              <a:rPr lang="en-US"/>
              <a:t>• Enko Chem (2023). Series C. https://www.prnewswire.com/news-releases/enko-completes-its-80m-series-c-to-progress-sustainable-crop-solutions-for-world-food-security-301734324.html</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Ter o gene não é ter o event. A integração de múltiplos traits (Peng et al.) é o tipo de problema formulado em OCS no módulo de otimização - função-objetivo, restrições, orçamento - só que com events e prazo como variáveis. Na edição, o desenho assistido por agente já existe, mas em linhagens celulares de mamíferos; uma versão para plantas, lidando com transformação, regeneração, quimerismo e ploidia, não está publicada. E a regulação brasileira caso a caso pesa tanto quanto a tecnologia na decisão editar vs selecionar. O feijão resistente a vírus da Embrapa foi o primeiro GM desenvolvido integralmente por instituição pública.</a:t>
            </a:r>
          </a:p>
          <a:p>
            <a:endParaRPr lang="en-US"/>
          </a:p>
          <a:p>
            <a:r>
              <a:rPr lang="en-US"/>
              <a:t>REFERÊNCIAS (verificadas):</a:t>
            </a:r>
          </a:p>
          <a:p>
            <a:r>
              <a:rPr lang="en-US"/>
              <a:t>• Phillips McDougall (2011). The cost and time involved in the discovery, development and authorisation of a new plant biotechnology derived trait. https://croplife.org/wp-content/uploads/2014/04/Getting-a-Biotech-Crop-to-Market-Phillips-McDougall-Study.pdf</a:t>
            </a:r>
          </a:p>
          <a:p>
            <a:r>
              <a:rPr lang="en-US"/>
              <a:t>• Peng T et al. (2014). Optimized breeding strategies for multiple trait integration: I. Minimizing linkage drag in single event introgression. Molecular Breeding. https://doi.org/10.1007/s11032-013-9936-7</a:t>
            </a:r>
          </a:p>
          <a:p>
            <a:r>
              <a:rPr lang="en-US"/>
              <a:t>• USDA FAS (2025). Brazil: Biotechnology and Other New Production Technologies Annual, BR2025-0043.</a:t>
            </a:r>
          </a:p>
          <a:p>
            <a:r>
              <a:rPr lang="en-US"/>
              <a:t>• Wang Z et al. (2024). DeepCBA: A deep learning framework for gene expression prediction in maize based on DNA sequences and chromatin interactions. Plant Communications. https://doi.org/10.1016/j.xplc.2024.100985</a:t>
            </a:r>
          </a:p>
          <a:p>
            <a:r>
              <a:rPr lang="en-US"/>
              <a:t>• Qu Y et al. (2025). CRISPR-GPT for agentic automation of gene-editing experiments. Nature Biomedical Engineering. https://doi.org/10.1038/s41551-025-01463-z</a:t>
            </a:r>
          </a:p>
          <a:p>
            <a:r>
              <a:rPr lang="en-US"/>
              <a:t>• CTNBio. Resolução Normativa nº 16, de 15 de janeiro de 2018.</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Transição. Saímos do melhoramento, mas não do agro. Se G×E é o problema central do melhoramento, modelar bem o E é metade da solução - e a IA de clima é hoje uma das áreas mais maduras.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GraphCast superou o melhor sistema determinístico operacional em 90% de 1.380 alvos, com previsão global de 10 dias em menos de um minuto. GenCast, um ensemble por difusão, superou o ensemble do ECMWF em 97,2% de 1.320 alvos, incluindo extremos. Para o melhorista, o ponto é probabilístico: distribuições de risco por ambiente, não um número único.</a:t>
            </a:r>
          </a:p>
          <a:p>
            <a:endParaRPr lang="en-US"/>
          </a:p>
          <a:p>
            <a:r>
              <a:rPr lang="en-US"/>
              <a:t>REFERÊNCIAS (verificadas):</a:t>
            </a:r>
          </a:p>
          <a:p>
            <a:r>
              <a:rPr lang="en-US"/>
              <a:t>• Lam R et al. (2023). Learning skillful medium-range global weather forecasting. Science 382:1416-1421. https://doi.org/10.1126/science.adi2336</a:t>
            </a:r>
          </a:p>
          <a:p>
            <a:r>
              <a:rPr lang="en-US"/>
              <a:t>• Price I et al. (2025). Probabilistic weather forecasting with machine learning. Nature 637:84-90 (online 4 Dec 2024). https://doi.org/10.1038/s41586-024-08252-9</a:t>
            </a:r>
          </a:p>
          <a:p>
            <a:r>
              <a:rPr lang="en-US"/>
              <a:t>• Bodnar C et al. (2025). A foundation model for the Earth system. Nature 641:1180-1187. https://doi.org/10.1038/s41586-025-09005-y</a:t>
            </a:r>
          </a:p>
          <a:p>
            <a:r>
              <a:rPr lang="en-US"/>
              <a:t>• Kochkov D et al. (2024). Neural general circulation models for weather and climate. Nature 632:1060-1066. https://doi.org/10.1038/s41586-024-07744-y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Este é o slide que responde 'isso é real?'. Cerca de doze meses entre um artigo de métodos e SMS nas mãos de agricultores na escala de um país grande. Seja preciso: os 38 milhões vêm de anúncio de empresa e o benchmark é preprint. A ideia a copiar é avaliar um modelo pela decisão que ele muda - aplique isso aos seus modelos de melhoramento.</a:t>
            </a:r>
          </a:p>
          <a:p>
            <a:endParaRPr lang="en-US"/>
          </a:p>
          <a:p>
            <a:r>
              <a:rPr lang="en-US"/>
              <a:t>REFERÊNCIAS (verificadas):</a:t>
            </a:r>
          </a:p>
          <a:p>
            <a:r>
              <a:rPr lang="en-US"/>
              <a:t>• Kochkov D et al. (2024). Neural general circulation models for weather and climate. Nature 632:1060-1066. https://doi.org/10.1038/s41586-024-07744-y</a:t>
            </a:r>
          </a:p>
          <a:p>
            <a:r>
              <a:rPr lang="en-US"/>
              <a:t>• Google Research &amp; University of Chicago (2025). How AI is helping 38 million farmers with advance weather predictions. Google blog / UChicago Institute for Climate and Sustainable Growth. https://blog.google/innovation-and-ai/technology/research/indian-farmers-monsoon-prediction/</a:t>
            </a:r>
          </a:p>
          <a:p>
            <a:r>
              <a:rPr lang="en-US"/>
              <a:t>• Masiwal R et al. (2026). Decision-oriented benchmarking to transform AI weather forecast access: Application to the Indian monsoon. arXiv preprint. https://doi.org/10.48550/arxiv.2602.03767</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Panorama do agro digital fora do melhoramento. Pulverização seletiva e robótica já são produtos comerciais (dados de economia de insumo são da empresa). O Nuru é bem público (PlantVillage, FAO, IITA, CIMMYT) e funciona sem internet - crítico em áreas rurais; com seis folhas por planta o acerto sobe para 74-88%. O gêmeo digital de tangerina é o análogo agrícola da medicina personalizada. AlphaEarth é uma camada pronta para usar como covariável em ensaios.</a:t>
            </a:r>
          </a:p>
          <a:p>
            <a:endParaRPr lang="en-US"/>
          </a:p>
          <a:p>
            <a:r>
              <a:rPr lang="en-US"/>
              <a:t>REFERÊNCIAS:</a:t>
            </a:r>
          </a:p>
          <a:p>
            <a:r>
              <a:rPr lang="en-US"/>
              <a:t>John Deere. See &amp; Spray. https://www.deere.com/en/sprayers/see-spray/</a:t>
            </a:r>
          </a:p>
          <a:p>
            <a:r>
              <a:rPr lang="en-US"/>
              <a:t>Mrisho LM et al. (2020). Accuracy of a Smartphone-Based Object Detection Model, PlantVillage Nuru, in Identifying the Foliar Symptoms of the Viral Diseases of Cassava-CMD and CBSD. Frontiers in Plant Science. https://doi.org/10.3389/fpls.2020.590889</a:t>
            </a:r>
          </a:p>
          <a:p>
            <a:r>
              <a:rPr lang="en-US"/>
              <a:t>Solinftec. https://www.solinftec.com/</a:t>
            </a:r>
          </a:p>
          <a:p>
            <a:r>
              <a:rPr lang="en-US"/>
              <a:t>Kim S &amp; Heo S (2024). An agricultural digital twin for mandarins demonstrates the potential for individualized agriculture. Nature Communications 15:1561. https://doi.org/10.1038/s41467-024-45725-x</a:t>
            </a:r>
          </a:p>
          <a:p>
            <a:r>
              <a:rPr lang="en-US"/>
              <a:t>Brown CF et al. (2025). AlphaEarth Foundations. arXiv. https://doi.org/10.48550/arxiv.2507.22291</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Transição. Por que olhar para fora? Porque as técnicas que vão chegar ao melhoramento nos próximos anos já estão validadas em saúde, materiais, matemática e energia - e porque isso mostra que não é hype.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Fora do melhoramento, a IA já produz resultados que passam por verificação independente: variantes humanas em escala de proteoma, hipóteses e experimentos propostos por agentes (Robin) e fagos gerados por modelos de genoma, cristais sintetizados por outros laboratórios, provas conferidas por juízes da olimpíada, plasma controlado em reator real. A medalha de ouro na IMO 2025 vem de anúncio da empresa. Pergunta para a sala: qual destes chega primeiro ao melhoramento?</a:t>
            </a:r>
          </a:p>
          <a:p>
            <a:endParaRPr lang="en-US"/>
          </a:p>
          <a:p>
            <a:r>
              <a:rPr lang="en-US"/>
              <a:t>REFERÊNCIAS (verificadas):</a:t>
            </a:r>
          </a:p>
          <a:p>
            <a:r>
              <a:rPr lang="en-US"/>
              <a:t>• Cheng J et al. (2023). Accurate proteome-wide missense variant effect prediction with AlphaMissense. Science. https://doi.org/10.1126/science.adg7492</a:t>
            </a:r>
          </a:p>
          <a:p>
            <a:r>
              <a:rPr lang="en-US"/>
              <a:t>• Xu Z et al. (2025). A generative AI-discovered TNIK inhibitor for idiopathic pulmonary fibrosis: a randomized phase 2a trial. Nature Medicine. https://doi.org/10.1038/s41591-025-03743-2</a:t>
            </a:r>
          </a:p>
          <a:p>
            <a:r>
              <a:rPr lang="en-US"/>
              <a:t>• Ghareeb AE et al. (2026). A multi-agent system for automating scientific discovery. Nature. https://doi.org/10.1038/s41586-026-10652-y</a:t>
            </a:r>
          </a:p>
          <a:p>
            <a:r>
              <a:rPr lang="en-US"/>
              <a:t>• King SH et al. (2026). Generative design of bacteriophages with genome language models. Science. https://doi.org/10.1126/science.aec2657</a:t>
            </a:r>
          </a:p>
          <a:p>
            <a:r>
              <a:rPr lang="en-US"/>
              <a:t>• Merchant A et al. (2023). Scaling deep learning for materials discovery. Nature. https://doi.org/10.1038/s41586-023-06735-9</a:t>
            </a:r>
          </a:p>
          <a:p>
            <a:r>
              <a:rPr lang="en-US"/>
              <a:t>• Trinh TH et al. (2024). Solving olympiad geometry without human demonstrations. Nature. https://doi.org/10.1038/s41586-023-06747-5</a:t>
            </a:r>
          </a:p>
          <a:p>
            <a:r>
              <a:rPr lang="en-US"/>
              <a:t>• Google DeepMind (2025). Advanced version of Gemini with Deep Think officially achieves gold-medal standard at the International Mathematical Olympiad. https://deepmind.google/discover/blog/advanced-version-of-gemini-with-deep-think-officially-achieves-gold-medal-standard-at-the-international-mathematical-olympiad/</a:t>
            </a:r>
          </a:p>
          <a:p>
            <a:r>
              <a:rPr lang="en-US"/>
              <a:t>• Degrave J et al. (2022). Magnetic control of tokamak plasmas through deep reinforcement learning. Nature. https://doi.org/10.1038/s41586-021-04301-9</a:t>
            </a:r>
          </a:p>
          <a:p>
            <a:r>
              <a:rPr lang="en-US"/>
              <a:t>• The Nobel Prize in Physics 2024. https://www.nobelprize.org/prizes/physics/2024/summary/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Um slide só para o que já foi coberto nos módulos - sem repetir. Para cada módulo, uma frase sobre onde a fronteira está. Mensagem: o que vocês praticaram não fica obsoleto; é a base sobre a qual as novidades desta tarde são construídas. Sugestão concreta: baixar o G2F e reproduzir um baseline com o agente de código.</a:t>
            </a:r>
          </a:p>
          <a:p>
            <a:endParaRPr lang="en-US"/>
          </a:p>
          <a:p>
            <a:r>
              <a:rPr lang="en-US"/>
              <a:t>REFERÊNCIAS:</a:t>
            </a:r>
          </a:p>
          <a:p>
            <a:r>
              <a:rPr lang="en-US"/>
              <a:t>Montesinos-López A et al. (2025). Artificial intelligence meets genomic selection: comparing deep learning and GBLUP across diverse plant datasets. Frontiers in Genetics. https://doi.org/10.3389/fgene.2025.1568705</a:t>
            </a:r>
          </a:p>
          <a:p>
            <a:r>
              <a:rPr lang="en-US"/>
              <a:t>Potze A et al. (2025). Structured Multimodal Deep Learning improves Genomic Prediction in Future Environments. bioRxiv. https://doi.org/10.1101/2025.09.05.674546</a:t>
            </a:r>
          </a:p>
          <a:p>
            <a:r>
              <a:rPr lang="en-US"/>
              <a:t>Macià F et al. (2025). OneRosette to predict them all. Plant Methods 21:128. https://doi.org/10.1186/s13007-025-01432-2</a:t>
            </a:r>
          </a:p>
          <a:p>
            <a:r>
              <a:rPr lang="en-US"/>
              <a:t>Chen Q et al. (2026). Genomes to fields 2024 maize genotype by environment prediction competition. BMC Research Notes. https://doi.org/10.1186/s13104-026-07629-5</a:t>
            </a:r>
          </a:p>
          <a:p>
            <a:r>
              <a:rPr lang="en-US"/>
              <a:t>Ying J et al. (2025). SeedBench. Proceedings of ACL 2025. https://doi.org/10.18653/v1/2025.acl-long.1516</a:t>
            </a:r>
          </a:p>
          <a:p>
            <a:r>
              <a:rPr lang="en-US"/>
              <a:t>Moeinizade S et al. (2019). Optimizing Selection and Mating in Genomic Selection with a Look-Ahead Approach. G3. https://doi.org/10.1534/g3.118.200842</a:t>
            </a:r>
          </a:p>
          <a:p>
            <a:r>
              <a:rPr lang="en-US"/>
              <a:t>Yadav S et al. (2026). Designed diversity. Trends in Plant Science. https://doi.org/10.1016/j.tplants.2026.04.003</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Transição. Toda esta capacidade traz perguntas que não são técnicas: quem verifica, quem é dono, quem responde.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O slide de rigor. Em revisões escritas pelo ChatGPT, 55% das citações do GPT-3.5 e 18% das do GPT-4 eram fabricadas. Uma auditoria independente encontrou 42% dos experimentos do AI Scientist falhando por erros de código. O Kosmos reporta 79,4% de afirmações corretas - impressionante, e ainda uma em cinco para conferir. Regra prática: todo DOI resolvido, todo número rastreado até a fonte, todo pipeline revisado linha a linha.</a:t>
            </a:r>
          </a:p>
          <a:p>
            <a:endParaRPr lang="en-US"/>
          </a:p>
          <a:p>
            <a:r>
              <a:rPr lang="en-US"/>
              <a:t>REFERÊNCIAS (verificadas):</a:t>
            </a:r>
          </a:p>
          <a:p>
            <a:r>
              <a:rPr lang="en-US"/>
              <a:t>• Walters WH, Wilder EI (2023). Fabrication and errors in the bibliographic citations generated by ChatGPT. Scientific Reports. https://doi.org/10.1038/s41598-023-41032-5</a:t>
            </a:r>
          </a:p>
          <a:p>
            <a:r>
              <a:rPr lang="en-US"/>
              <a:t>• Beel J et al. (2025). Evaluating Sakana's AI Scientist: Bold Claims, Mixed Results, and a Promising Future?. arXiv. https://doi.org/10.48550/arxiv.2502.14297</a:t>
            </a:r>
          </a:p>
          <a:p>
            <a:r>
              <a:rPr lang="en-US"/>
              <a:t>• Mitchener L et al. (2025). Kosmos: An AI Scientist for Autonomous Discovery. arXiv. https://doi.org/10.48550/arxiv.2511.02824</a:t>
            </a:r>
          </a:p>
          <a:p>
            <a:r>
              <a:rPr lang="en-US"/>
              <a:t>• Guo LY et al. (2026). Toward autonomous science with agentic artificial intelligence. Cell. https://doi.org/10.1016/j.cell.2026.08.052</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Perguntas que todo melhorista vai enfrentar. Quem inventou um alelo desenhado por IA? Quem definiu o objetivo, restringiu o espaço de busca e validou - se estiver documentado. Quem recebe pela sequência pública que treinou o modelo? O regime de DSI está em construção. Colar a matriz de BLUPs das linhagens elite num chat de consumidor equivale a publicar o programa de cruzamentos. E a capacidade segue a propriedade dos dados: a indústria - incluindo a Bayer, parceira deste curso, e seus concorrentes - já transformou dados proprietários em assistentes. Se os programas públicos não organizarem e compartilharem os próprios dados, a distância cresce. Pergunte: onde moram os dados do seu programa, e quem poderia treinar com eles?</a:t>
            </a:r>
          </a:p>
          <a:p>
            <a:endParaRPr lang="pt-BR"/>
          </a:p>
          <a:p>
            <a:r>
              <a:rPr lang="pt-BR"/>
              <a:t>REFERÊNCIAS (verificadas):</a:t>
            </a:r>
          </a:p>
          <a:p>
            <a:r>
              <a:rPr lang="pt-BR"/>
              <a:t>• Thaler v Comptroller-General [2023] UKSC 49. https://caselaw.nationalarchives.gov.uk/uksc/2023/49</a:t>
            </a:r>
          </a:p>
          <a:p>
            <a:r>
              <a:rPr lang="pt-BR"/>
              <a:t>• USPTO (2024). Inventorship Guidance for AI-Assisted Inventions. https://www.federalregister.gov/documents/2024/02/13/2024-02623/inventorship-guidance-for-ai-assisted-inventions</a:t>
            </a:r>
          </a:p>
          <a:p>
            <a:r>
              <a:rPr lang="pt-BR"/>
              <a:t>• CBD. Decisão 16/2, COP16 (2024). https://www.cbd.int/doc/decisions/cop-16/cop-16-dec-02-en.pdf</a:t>
            </a:r>
          </a:p>
          <a:p>
            <a:r>
              <a:rPr lang="pt-BR"/>
              <a:t>• Lei 13.123/2015. https://www.planalto.gov.br/ccivil_03/_ato2015-2018/2015/lei/l13123.htm</a:t>
            </a:r>
          </a:p>
          <a:p>
            <a:r>
              <a:rPr lang="pt-BR"/>
              <a:t>• Câmara dos Deputados. PL 2338/2023. https://www.camara.leg.br/proposicoesWeb/fichadetramitacao/?idProposicao=2487262</a:t>
            </a:r>
          </a:p>
          <a:p>
            <a:r>
              <a:rPr lang="pt-BR"/>
              <a:t>• Lei 13.709/2018 (LGPD). https://www.gov.br/anpd/pt-br/centrais-de-conteudo/legislacao/lei-no-13-709-de-14-de-agosto-de-2018</a:t>
            </a:r>
          </a:p>
          <a:p>
            <a:r>
              <a:rPr lang="pt-BR"/>
              <a:t>• TechCrunch (2023). Samsung bans use of generative AI tools like ChatGPT after April internal data leak. https://techcrunch.com/2023/05/02/samsung-bans-use-of-generative-ai-tools-like-chatgpt-after-april-internal-data-leak/</a:t>
            </a:r>
          </a:p>
          <a:p>
            <a:r>
              <a:rPr lang="pt-BR"/>
              <a:t>• Goddard K et al. (2011). Automation bias: a systematic review. JAMIA. https://doi.org/10.1136/amiajnl-2011-000089</a:t>
            </a:r>
          </a:p>
          <a:p>
            <a:r>
              <a:rPr lang="pt-BR"/>
              <a:t>• Bayer AG (2024). Bayer pilots unique generative AI tool for agriculture. https://www.prnewswire.com/news-releases/bayer-pilots-unique-generative-ai-tool-for-agriculture-302088589.html</a:t>
            </a:r>
          </a:p>
          <a:p>
            <a:r>
              <a:rPr lang="pt-BR"/>
              <a:t>• Syngenta Crop Protection &amp; Insilico Medicine (2021). https://www.syngenta.com/media/media-releases/2021/syngenta-crop-protection-and-insilico-medicine-harness-artificial</a:t>
            </a:r>
          </a:p>
          <a:p>
            <a:r>
              <a:rPr lang="pt-BR"/>
              <a:t>• ETC Group / GRAIN (2026). Top 10 Agribusiness Giants - 2026 Update. https://www.etcgroup.org/content/top-10-agribusiness-giants-2026</a:t>
            </a:r>
          </a:p>
          <a:p>
            <a:r>
              <a:rPr lang="pt-BR"/>
              <a:t>• World Bank (2025). Digital Progress and Trends Report 2025. https://www.worldbank.org/en/publication/dptr2025-ai-foundations/report</a:t>
            </a:r>
          </a:p>
          <a:p>
            <a:r>
              <a:rPr lang="pt-BR"/>
              <a:t>• BrAPI v2 (2025). Database. https://doi.org/10.1093/database/baaf048</a:t>
            </a:r>
          </a:p>
          <a:p>
            <a:r>
              <a:rPr lang="pt-BR"/>
              <a:t>• Morales N et al. (2022). Breedbase. G3 12(7):jkac078. https://doi.org/10.1093/g3journal/jkac078</a:t>
            </a:r>
          </a:p>
          <a:p>
            <a:r>
              <a:rPr lang="pt-BR"/>
              <a:t>• Embrapa I/O. https://www.embrapa.io/</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Síntese. Percorra o loop: modelos de DNA pontuam variantes e cruzamentos; edição, moléculas desenhadas e speed breeding produzem o material; robôs e visão medem; clima, modelos de cultura e preditores de G×E posicionam; um agente propõe o próximo ciclo. Cada componente existe publicado. O que não existe é o fechamento verificado de ponta a ponta num programa real - o maior problema aberto da área. O melhorista está no centro: define objetivos e confere evidências.</a:t>
            </a:r>
          </a:p>
          <a:p>
            <a:endParaRPr lang="en-US"/>
          </a:p>
          <a:p>
            <a:r>
              <a:rPr lang="en-US"/>
              <a:t>REFERÊNCIAS (verificadas):</a:t>
            </a:r>
          </a:p>
          <a:p>
            <a:r>
              <a:rPr lang="en-US"/>
              <a:t>• Zhai J et al. (2025). Cross-species modeling of plant genomes at single-nucleotide resolution using a pretrained DNA language model. PNAS. https://doi.org/10.1073/pnas.2421738122</a:t>
            </a:r>
          </a:p>
          <a:p>
            <a:r>
              <a:rPr lang="en-US"/>
              <a:t>• Nguyen E et al. (2024). Sequence modeling and design from molecular to genome scale with Evo. Science. https://doi.org/10.1126/science.ado9336</a:t>
            </a:r>
          </a:p>
          <a:p>
            <a:r>
              <a:rPr lang="en-US"/>
              <a:t>• DeBruin J et al. (2025). Breaking the field phenotyping bottleneck in maize with autonomous robots. Communications Biology 8:467. https://doi.org/10.1038/s42003-025-07890-7</a:t>
            </a:r>
          </a:p>
          <a:p>
            <a:r>
              <a:rPr lang="en-US"/>
              <a:t>• Morshedian A &amp; Domaratzki M (2026). LSTM-attention-guided graph neural networks for integrated genotype–Environment modeling in maize yield prediction. PLOS Computational Biology 22:e1013729. https://doi.org/10.1371/journal.pcbi.1013729</a:t>
            </a:r>
          </a:p>
          <a:p>
            <a:r>
              <a:rPr lang="en-US"/>
              <a:t>• Ghareeb AE et al. (2026). A multi-agent system for automating scientific discovery. Nature. https://doi.org/10.1038/s41586-026-10652-y</a:t>
            </a:r>
          </a:p>
          <a:p>
            <a:r>
              <a:rPr lang="en-US"/>
              <a:t>• Sordo Z et al. (2024). RhizoNet segments plant roots to assess biomass and growth for enabling self-driving labs. Scientific Reports 14:12907. https://doi.org/10.1038/s41598-024-63497-8</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O slide prático; dê tempo para fotografarem. Enfatize o primeiro bullet: a vantagem de vocês sobre um cientista da computação é entender G×E, herdabilidade, estrutura de população e seleção. O quarto bullet é novo em relação ao curso: as áreas desta tarde são onde vale fazer a próxima disciplina, estágio ou colaboração.</a:t>
            </a:r>
          </a:p>
          <a:p>
            <a:endParaRPr lang="en-US"/>
          </a:p>
          <a:p>
            <a:r>
              <a:rPr lang="en-US"/>
              <a:t>REFERÊNCIAS (verificadas):</a:t>
            </a:r>
          </a:p>
          <a:p>
            <a:r>
              <a:rPr lang="en-US"/>
              <a:t>• Montesinos-López A et al. (2025). Artificial intelligence meets genomic selection: comparing deep learning and GBLUP across diverse plant datasets. Frontiers in Genetics. https://doi.org/10.3389/fgene.2025.1568705</a:t>
            </a:r>
          </a:p>
          <a:p>
            <a:r>
              <a:rPr lang="en-US"/>
              <a:t>• Potze A et al. (2025). Structured Multimodal Deep Learning improves Genomic Prediction in Future Environments. bioRxiv preprint. https://doi.org/10.1101/2025.09.05.674546</a:t>
            </a:r>
          </a:p>
          <a:p>
            <a:r>
              <a:rPr lang="en-US"/>
              <a:t>• Zhai J et al. (2025). Cross-species modeling of plant genomes at single-nucleotide resolution using a pretrained DNA language model. PNAS. https://doi.org/10.1073/pnas.2421738122</a:t>
            </a:r>
          </a:p>
          <a:p>
            <a:r>
              <a:rPr lang="en-US"/>
              <a:t>• Chen F et al. (2023). Adapting Vision Foundation Models for Plant Phenotyping. Proc. IEEE/CVF ICCV Workshops 2023, pp. 604-613. https://doi.org/10.1109/iccvw60793.2023.00067</a:t>
            </a:r>
          </a:p>
          <a:p>
            <a:r>
              <a:rPr lang="en-US"/>
              <a:t>• Washburn JD et al. (2025). Global genotype by environment prediction competition reveals that diverse modeling strategies can deliver satisfactory maize yield estimates. Genetics. https://doi.org/10.1093/genetics/iyae195</a:t>
            </a:r>
          </a:p>
          <a:p>
            <a:r>
              <a:rPr lang="en-US"/>
              <a:t>• Walters WH, Wilder EI (2023). Fabrication and errors in the bibliographic citations generated by ChatGPT. Scientific Reports. https://doi.org/10.1038/s41598-023-41032-5</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Slide de discussão - reserve 20 a 25 minutos. Não responda; deixe a turma debater. Divida em duplas por 5 minutos na pergunta 3 e depois peça posições. A pergunta 2 conecta com a Parte 2; a 5, com o slide de soberania de dados. Se a sala estiver quieta, comece pela 4.</a:t>
            </a:r>
          </a:p>
          <a:p>
            <a:endParaRPr lang="en-US"/>
          </a:p>
          <a:p>
            <a:r>
              <a:rPr lang="en-US"/>
              <a:t>REFERÊNCIAS (verificadas):</a:t>
            </a:r>
          </a:p>
          <a:p>
            <a:r>
              <a:rPr lang="en-US"/>
              <a:t>• Benegas G et al. (2025). A DNA language model based on multispecies alignment predicts the effects of genome-wide variants. Nature Biotechnology. https://doi.org/10.1038/s41587-024-02511-w</a:t>
            </a:r>
          </a:p>
          <a:p>
            <a:r>
              <a:rPr lang="en-US"/>
              <a:t>• Li H et al. (2026). Omics-driven plant breeding through phenomics-enviromics crosstalk. Nature Communications. https://doi.org/10.1038/s41467-026-73097-x</a:t>
            </a:r>
          </a:p>
          <a:p>
            <a:r>
              <a:rPr lang="en-US"/>
              <a:t>• Morshedian A &amp; Domaratzki M (2026). LSTM-attention-guided graph neural networks for integrated genotype–Environment modeling in maize yield prediction. PLOS Computational Biology 22:e1013729. https://doi.org/10.1371/journal.pcbi.1013729</a:t>
            </a:r>
          </a:p>
          <a:p>
            <a:r>
              <a:rPr lang="en-US"/>
              <a:t>• Lu C et al. (2026). Towards end-to-end automation of AI research. Nature. https://doi.org/10.1038/s41586-026-10265-5</a:t>
            </a:r>
          </a:p>
          <a:p>
            <a:r>
              <a:rPr lang="en-US"/>
              <a:t>• AgTech Breakthrough / Bayer (2025). Bayer's E.L.Y. Wins 'AI-based AgTech Solution of the Year' in 2025 AgTech Breakthrough Awards Program. GlobeNewswire. https://www.bayer.com/en-us/united-states/news-and-stories/2025/ely-wins-ai-based-agtech-solution-of-the-year</a:t>
            </a:r>
          </a:p>
          <a:p>
            <a:r>
              <a:rPr lang="en-US"/>
              <a:t>AgbioInvestor (2022). Time and Cost to Develop a New GM Trait. https://croplife.org/wp-content/uploads/2022/05/AgbioInvestor-Trait-RD-Branded-Report-Final-20220512.pdf</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Feche com agência, não com tecnologia. O argumento mais forte: o especialista em plantas venceu o generalista, ou seja, o que torna vocês competitivos é justamente o que passaram anos aprendendo - a biologia. Cite os projetos mencionados ao longo da tarde (agente de edição CRISPR para plantas, tabela de escores de variantes do pangenoma, reprodução do G2F, triagem de peptídeos para um patossistema brasileiro). Agradeça, abra para perguntas e termine no horário.</a:t>
            </a:r>
          </a:p>
          <a:p>
            <a:endParaRPr lang="en-US"/>
          </a:p>
          <a:p>
            <a:r>
              <a:rPr lang="en-US"/>
              <a:t>REFERÊNCIAS (verificadas):</a:t>
            </a:r>
          </a:p>
          <a:p>
            <a:r>
              <a:rPr lang="en-US"/>
              <a:t>• Zhai J et al. (2026). PlantCAD2: A DNA foundation model for interpreting genomes across flowering plants. Cell Genomics. https://doi.org/10.1016/j.xgen.2026.101329</a:t>
            </a:r>
          </a:p>
          <a:p>
            <a:r>
              <a:rPr lang="en-US"/>
              <a:t>• Washburn JD et al. (2025). Global genotype by environment prediction competition reveals that diverse modeling strategies can deliver satisfactory maize yield estimates. Genetics. https://doi.org/10.1093/genetics/iyae195</a:t>
            </a:r>
          </a:p>
          <a:p>
            <a:r>
              <a:rPr lang="en-US"/>
              <a:t>• Mendoza-Revilla J et al. (2024). A foundational large language model for edible plant genomes. Communications Biology. https://doi.org/10.1038/s42003-024-06465-2</a:t>
            </a:r>
          </a:p>
          <a:p>
            <a:r>
              <a:rPr lang="en-US"/>
              <a:t>• Li H et al. (2026). Omics-driven plant breeding through phenomics-enviromics crosstalk. Nature Communications. https://doi.org/10.1038/s41467-026-73097-x</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D15B1-175C-7438-9558-567D9D0C80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BB4A98-D59A-3A52-7BFB-D89ED18D565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5964C4D-AD4D-A324-A4FF-F9941B298712}"/>
              </a:ext>
            </a:extLst>
          </p:cNvPr>
          <p:cNvSpPr>
            <a:spLocks noGrp="1"/>
          </p:cNvSpPr>
          <p:nvPr>
            <p:ph type="body" sz="quarter" idx="3"/>
          </p:nvPr>
        </p:nvSpPr>
        <p:spPr/>
        <p:txBody>
          <a:bodyPr/>
          <a:lstStyle/>
          <a:p>
            <a:r>
              <a:rPr lang="pt-BR"/>
              <a:t>Transição. Toda esta capacidade traz perguntas que não são técnicas: quem verifica, quem é dono, quem responde.</a:t>
            </a:r>
            <a:endParaRPr/>
          </a:p>
        </p:txBody>
      </p:sp>
      <p:sp>
        <p:nvSpPr>
          <p:cNvPr id="4" name="Slide Number Placeholder 3">
            <a:extLst>
              <a:ext uri="{FF2B5EF4-FFF2-40B4-BE49-F238E27FC236}">
                <a16:creationId xmlns:a16="http://schemas.microsoft.com/office/drawing/2014/main" id="{839F41DB-8DCB-35ED-3345-12CB99B74989}"/>
              </a:ext>
            </a:extLst>
          </p:cNvPr>
          <p:cNvSpPr>
            <a:spLocks noGrp="1"/>
          </p:cNvSpPr>
          <p:nvPr>
            <p:ph type="sldNum" sz="quarter" idx="5"/>
          </p:nvPr>
        </p:nvSpPr>
        <p:spPr/>
      </p:sp>
    </p:spTree>
    <p:extLst>
      <p:ext uri="{BB962C8B-B14F-4D97-AF65-F5344CB8AC3E}">
        <p14:creationId xmlns:p14="http://schemas.microsoft.com/office/powerpoint/2010/main" val="2891097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hyperlink" Target="https://doi.org/10.1038/s41586-026-10265-5" TargetMode="External"/><Relationship Id="rId3" Type="http://schemas.openxmlformats.org/officeDocument/2006/relationships/hyperlink" Target="https://doi.org/10.1073/pnas.2311219120" TargetMode="External"/><Relationship Id="rId7" Type="http://schemas.openxmlformats.org/officeDocument/2006/relationships/hyperlink" Target="https://blog.google/innovation-and-ai/technology/research/indian-farmers-monsoon-prediction/"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hyperlink" Target="https://doi.org/10.1038/s42003-025-07890-7" TargetMode="External"/><Relationship Id="rId5" Type="http://schemas.openxmlformats.org/officeDocument/2006/relationships/hyperlink" Target="https://doi.org/10.1038/s42003-024-06465-2" TargetMode="External"/><Relationship Id="rId4" Type="http://schemas.openxmlformats.org/officeDocument/2006/relationships/hyperlink" Target="https://doi.org/10.1126/science.ado9336" TargetMode="External"/><Relationship Id="rId9" Type="http://schemas.openxmlformats.org/officeDocument/2006/relationships/hyperlink" Target="https://doi.org/10.1126/science.aec2657" TargetMode="External"/></Relationships>
</file>

<file path=ppt/slides/_rels/slide5.xml.rels><?xml version="1.0" encoding="UTF-8" standalone="yes"?>
<Relationships xmlns="http://schemas.openxmlformats.org/package/2006/relationships"><Relationship Id="rId8" Type="http://schemas.openxmlformats.org/officeDocument/2006/relationships/hyperlink" Target="https://doi.org/10.1126/science.adi2336" TargetMode="External"/><Relationship Id="rId3" Type="http://schemas.openxmlformats.org/officeDocument/2006/relationships/image" Target="../media/image1.png"/><Relationship Id="rId7" Type="http://schemas.openxmlformats.org/officeDocument/2006/relationships/hyperlink" Target="https://doi.org/10.1109/iccv51070.2023.00371"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hyperlink" Target="https://doi.org/10.1126/science.ado9336" TargetMode="External"/><Relationship Id="rId5" Type="http://schemas.openxmlformats.org/officeDocument/2006/relationships/hyperlink" Target="https://doi.org/10.1038/s42256-024-00946-z" TargetMode="External"/><Relationship Id="rId4" Type="http://schemas.openxmlformats.org/officeDocument/2006/relationships/hyperlink" Target="https://doi.org/10.1016/j.xgen.2026.101329" TargetMode="External"/><Relationship Id="rId9" Type="http://schemas.openxmlformats.org/officeDocument/2006/relationships/hyperlink" Target="https://doi.org/10.1371/journal.pcbi.1013729"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hyperlink" Target="https://doi.org/10.1073/pnas.2421738122" TargetMode="External"/><Relationship Id="rId4" Type="http://schemas.openxmlformats.org/officeDocument/2006/relationships/hyperlink" Target="https://doi.org/10.1073/pnas.2311219120"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doi.org/10.1038/s41587-024-02511-w" TargetMode="External"/><Relationship Id="rId3" Type="http://schemas.openxmlformats.org/officeDocument/2006/relationships/image" Target="../media/image3.png"/><Relationship Id="rId7" Type="http://schemas.openxmlformats.org/officeDocument/2006/relationships/hyperlink" Target="https://doi.org/10.1016/j.xplc.2025.101626"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hyperlink" Target="https://doi.org/10.64898/2026.04.21.719822" TargetMode="External"/><Relationship Id="rId5" Type="http://schemas.openxmlformats.org/officeDocument/2006/relationships/hyperlink" Target="https://doi.org/10.1101/2025.02.18.638918" TargetMode="External"/><Relationship Id="rId4" Type="http://schemas.openxmlformats.org/officeDocument/2006/relationships/hyperlink" Target="https://doi.org/10.1016/j.xgen.2026.101329"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agbioinvestor.com/croplife-new-agrochemical-product-study-2026/" TargetMode="External"/><Relationship Id="rId7" Type="http://schemas.openxmlformats.org/officeDocument/2006/relationships/hyperlink" Target="https://doi.org/10.1038/s41591-025-03743-2"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hyperlink" Target="https://croplife.org/wp-content/uploads/2022/05/AgbioInvestor-Trait-RD-Branded-Report-Final-20220512.pdf" TargetMode="External"/><Relationship Id="rId5" Type="http://schemas.openxmlformats.org/officeDocument/2006/relationships/hyperlink" Target="https://croplife.org/wp-content/uploads/2014/04/Getting-a-Biotech-Crop-to-Market-Phillips-McDougall-Study.pdf" TargetMode="External"/><Relationship Id="rId4" Type="http://schemas.openxmlformats.org/officeDocument/2006/relationships/hyperlink" Target="https://www.bayer.com/en/agriculture/article/bringing-crop-protection-products-market"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doi.org/10.1126/science.abn4116" TargetMode="External"/><Relationship Id="rId13" Type="http://schemas.openxmlformats.org/officeDocument/2006/relationships/hyperlink" Target="https://www.prnewswire.com/news-releases/enko-completes-its-80m-series-c-to-progress-sustainable-crop-solutions-for-world-food-security-301734324.html" TargetMode="External"/><Relationship Id="rId3" Type="http://schemas.openxmlformats.org/officeDocument/2006/relationships/hyperlink" Target="https://www.nobelprize.org/prizes/chemistry/2024/summary/" TargetMode="External"/><Relationship Id="rId7" Type="http://schemas.openxmlformats.org/officeDocument/2006/relationships/hyperlink" Target="https://inspection.canada.ca/en/plant-varieties/plants-novel-traits/approved-under-review/decision-documents/dd-2012-91" TargetMode="External"/><Relationship Id="rId12" Type="http://schemas.openxmlformats.org/officeDocument/2006/relationships/hyperlink" Target="https://www.bayer.com/en/agriculture/cropkey"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hyperlink" Target="https://doi.org/10.1038/nature17938" TargetMode="External"/><Relationship Id="rId11" Type="http://schemas.openxmlformats.org/officeDocument/2006/relationships/hyperlink" Target="https://www.syngenta.com/media/media-releases/2021/syngenta-crop-protection-and-insilico-medicine-harness-artificial" TargetMode="External"/><Relationship Id="rId5" Type="http://schemas.openxmlformats.org/officeDocument/2006/relationships/hyperlink" Target="https://doi.org/10.1126/science.ads0018" TargetMode="External"/><Relationship Id="rId10" Type="http://schemas.openxmlformats.org/officeDocument/2006/relationships/hyperlink" Target="https://doi.org/10.1186/s40538-025-00751-9" TargetMode="External"/><Relationship Id="rId4" Type="http://schemas.openxmlformats.org/officeDocument/2006/relationships/hyperlink" Target="https://doi.org/10.1038/s41586-024-07487-w" TargetMode="External"/><Relationship Id="rId9" Type="http://schemas.openxmlformats.org/officeDocument/2006/relationships/hyperlink" Target="https://doi.org/10.3389/fmicb.2024.1304044"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antigo.mctic.gov.br/mctic/opencms/legislacao/outros_atos/resolucoes/Resolucao_Normativa_CTNBio_n_16_de_15012018.html" TargetMode="External"/><Relationship Id="rId3" Type="http://schemas.openxmlformats.org/officeDocument/2006/relationships/hyperlink" Target="https://croplife.org/wp-content/uploads/2014/04/Getting-a-Biotech-Crop-to-Market-Phillips-McDougall-Study.pdf" TargetMode="External"/><Relationship Id="rId7" Type="http://schemas.openxmlformats.org/officeDocument/2006/relationships/hyperlink" Target="https://apps.fas.usda.gov/newgainapi/api/Report/DownloadReportByFileName?fileName=Biotechnology%20and%20Other%20New%20Production%20Technologies%20Annual_Brasilia_Brazil_BR2025-0043.pdf"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hyperlink" Target="https://doi.org/10.1038/s41551-025-01463-z" TargetMode="External"/><Relationship Id="rId5" Type="http://schemas.openxmlformats.org/officeDocument/2006/relationships/hyperlink" Target="https://doi.org/10.1016/j.xplc.2024.100985" TargetMode="External"/><Relationship Id="rId4" Type="http://schemas.openxmlformats.org/officeDocument/2006/relationships/hyperlink" Target="https://doi.org/10.1007/s11032-013-9936-7"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hyperlink" Target="https://doi.org/10.1038/s41586-024-07744-y"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hyperlink" Target="https://doi.org/10.1038/s41586-025-09005-y" TargetMode="External"/><Relationship Id="rId5" Type="http://schemas.openxmlformats.org/officeDocument/2006/relationships/hyperlink" Target="https://doi.org/10.1038/s41586-024-08252-9" TargetMode="External"/><Relationship Id="rId4" Type="http://schemas.openxmlformats.org/officeDocument/2006/relationships/hyperlink" Target="https://doi.org/10.1126/science.adi2336"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doi.org/10.1038/s41586-024-07744-y"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hyperlink" Target="https://doi.org/10.48550/arxiv.2602.03767" TargetMode="External"/><Relationship Id="rId4" Type="http://schemas.openxmlformats.org/officeDocument/2006/relationships/hyperlink" Target="https://blog.google/innovation-and-ai/technology/research/indian-farmers-monsoon-prediction/"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deere.com/en/sprayers/see-spray/" TargetMode="External"/><Relationship Id="rId7" Type="http://schemas.openxmlformats.org/officeDocument/2006/relationships/hyperlink" Target="https://doi.org/10.48550/arxiv.2507.22291"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hyperlink" Target="https://doi.org/10.1038/s41467-024-45725-x" TargetMode="External"/><Relationship Id="rId5" Type="http://schemas.openxmlformats.org/officeDocument/2006/relationships/hyperlink" Target="https://www.solinftec.com/" TargetMode="External"/><Relationship Id="rId4" Type="http://schemas.openxmlformats.org/officeDocument/2006/relationships/hyperlink" Target="https://doi.org/10.3389/fpls.2020.590889"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hyperlink" Target="https://deepmind.google/discover/blog/advanced-version-of-gemini-with-deep-think-officially-achieves-gold-medal-standard-at-the-international-mathematical-olympiad/" TargetMode="External"/><Relationship Id="rId3" Type="http://schemas.openxmlformats.org/officeDocument/2006/relationships/hyperlink" Target="https://doi.org/10.1126/science.adg7492" TargetMode="External"/><Relationship Id="rId7" Type="http://schemas.openxmlformats.org/officeDocument/2006/relationships/hyperlink" Target="https://doi.org/10.1038/s41586-023-06747-5"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hyperlink" Target="https://doi.org/10.1038/s41586-023-06735-9" TargetMode="External"/><Relationship Id="rId5" Type="http://schemas.openxmlformats.org/officeDocument/2006/relationships/hyperlink" Target="https://doi.org/10.1126/science.aec2657" TargetMode="External"/><Relationship Id="rId10" Type="http://schemas.openxmlformats.org/officeDocument/2006/relationships/hyperlink" Target="https://www.nobelprize.org/prizes/physics/2024/summary/" TargetMode="External"/><Relationship Id="rId4" Type="http://schemas.openxmlformats.org/officeDocument/2006/relationships/hyperlink" Target="https://doi.org/10.1038/s41586-026-10652-y" TargetMode="External"/><Relationship Id="rId9" Type="http://schemas.openxmlformats.org/officeDocument/2006/relationships/hyperlink" Target="https://doi.org/10.1038/s41586-021-04301-9" TargetMode="External"/></Relationships>
</file>

<file path=ppt/slides/_rels/slide19.xml.rels><?xml version="1.0" encoding="UTF-8" standalone="yes"?>
<Relationships xmlns="http://schemas.openxmlformats.org/package/2006/relationships"><Relationship Id="rId8" Type="http://schemas.openxmlformats.org/officeDocument/2006/relationships/hyperlink" Target="https://doi.org/10.1534/g3.118.200842" TargetMode="External"/><Relationship Id="rId3" Type="http://schemas.openxmlformats.org/officeDocument/2006/relationships/hyperlink" Target="https://doi.org/10.3389/fgene.2025.1568705" TargetMode="External"/><Relationship Id="rId7" Type="http://schemas.openxmlformats.org/officeDocument/2006/relationships/hyperlink" Target="https://doi.org/10.18653/v1/2025.acl-long.1516" TargetMode="External"/><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hyperlink" Target="https://doi.org/10.1186/s13104-026-07629-5" TargetMode="External"/><Relationship Id="rId5" Type="http://schemas.openxmlformats.org/officeDocument/2006/relationships/hyperlink" Target="https://doi.org/10.1186/s13007-025-01432-2" TargetMode="External"/><Relationship Id="rId4" Type="http://schemas.openxmlformats.org/officeDocument/2006/relationships/hyperlink" Target="https://doi.org/10.1101/2025.09.05.674546" TargetMode="External"/><Relationship Id="rId9" Type="http://schemas.openxmlformats.org/officeDocument/2006/relationships/hyperlink" Target="https://doi.org/10.1016/j.tplants.2026.04.003"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hyperlink" Target="https://doi.org/10.1016/j.cell.2026.08.052"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hyperlink" Target="https://doi.org/10.48550/arxiv.2511.02824" TargetMode="External"/><Relationship Id="rId5" Type="http://schemas.openxmlformats.org/officeDocument/2006/relationships/hyperlink" Target="https://doi.org/10.48550/arxiv.2502.14297" TargetMode="External"/><Relationship Id="rId4" Type="http://schemas.openxmlformats.org/officeDocument/2006/relationships/hyperlink" Target="https://doi.org/10.1038/s41598-023-41032-5" TargetMode="External"/></Relationships>
</file>

<file path=ppt/slides/_rels/slide22.xml.rels><?xml version="1.0" encoding="UTF-8" standalone="yes"?>
<Relationships xmlns="http://schemas.openxmlformats.org/package/2006/relationships"><Relationship Id="rId8" Type="http://schemas.openxmlformats.org/officeDocument/2006/relationships/hyperlink" Target="https://www.planalto.gov.br/ccivil_03/_ato2015-2018/2018/lei/l13709.htm" TargetMode="External"/><Relationship Id="rId13" Type="http://schemas.openxmlformats.org/officeDocument/2006/relationships/hyperlink" Target="https://doi.org/10.1093/database/baaf048" TargetMode="External"/><Relationship Id="rId3" Type="http://schemas.openxmlformats.org/officeDocument/2006/relationships/hyperlink" Target="https://caselaw.nationalarchives.gov.uk/uksc/2023/49" TargetMode="External"/><Relationship Id="rId7" Type="http://schemas.openxmlformats.org/officeDocument/2006/relationships/hyperlink" Target="https://www.camara.leg.br/proposicoesWeb/fichadetramitacao/?idProposicao=2487262" TargetMode="External"/><Relationship Id="rId12" Type="http://schemas.openxmlformats.org/officeDocument/2006/relationships/hyperlink" Target="https://www.worldbank.org/en/publication/dptr2025-ai-foundations/report" TargetMode="External"/><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hyperlink" Target="https://www.planalto.gov.br/ccivil_03/_ato2015-2018/2015/lei/l13123.htm" TargetMode="External"/><Relationship Id="rId11" Type="http://schemas.openxmlformats.org/officeDocument/2006/relationships/hyperlink" Target="https://www.etcgroup.org/content/top-10-agribusiness-giants-2026" TargetMode="External"/><Relationship Id="rId5" Type="http://schemas.openxmlformats.org/officeDocument/2006/relationships/hyperlink" Target="https://www.cbd.int/doc/decisions/cop-16/cop-16-dec-02-en.pdf" TargetMode="External"/><Relationship Id="rId15" Type="http://schemas.openxmlformats.org/officeDocument/2006/relationships/hyperlink" Target="https://www.embrapa.io/" TargetMode="External"/><Relationship Id="rId10" Type="http://schemas.openxmlformats.org/officeDocument/2006/relationships/hyperlink" Target="https://www.prnewswire.com/news-releases/bayer-pilots-unique-generative-ai-tool-for-agriculture-302088589.html" TargetMode="External"/><Relationship Id="rId4" Type="http://schemas.openxmlformats.org/officeDocument/2006/relationships/hyperlink" Target="https://www.federalregister.gov/documents/2024/02/13/2024-02623/inventorship-guidance-for-ai-assisted-inventions" TargetMode="External"/><Relationship Id="rId9" Type="http://schemas.openxmlformats.org/officeDocument/2006/relationships/hyperlink" Target="https://techcrunch.com/2023/05/02/samsung-bans-use-of-generative-ai-tools-like-chatgpt-after-april-internal-data-leak/" TargetMode="External"/><Relationship Id="rId14" Type="http://schemas.openxmlformats.org/officeDocument/2006/relationships/hyperlink" Target="https://doi.org/10.1093/g3journal/jkac078" TargetMode="External"/></Relationships>
</file>

<file path=ppt/slides/_rels/slide23.xml.rels><?xml version="1.0" encoding="UTF-8" standalone="yes"?>
<Relationships xmlns="http://schemas.openxmlformats.org/package/2006/relationships"><Relationship Id="rId8" Type="http://schemas.openxmlformats.org/officeDocument/2006/relationships/hyperlink" Target="https://doi.org/10.1038/s41586-026-10652-y" TargetMode="External"/><Relationship Id="rId3" Type="http://schemas.openxmlformats.org/officeDocument/2006/relationships/image" Target="../media/image6.png"/><Relationship Id="rId7" Type="http://schemas.openxmlformats.org/officeDocument/2006/relationships/hyperlink" Target="https://doi.org/10.1371/journal.pcbi.1013729"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hyperlink" Target="https://doi.org/10.1038/s42003-025-07890-7" TargetMode="External"/><Relationship Id="rId5" Type="http://schemas.openxmlformats.org/officeDocument/2006/relationships/hyperlink" Target="https://doi.org/10.1126/science.ado9336" TargetMode="External"/><Relationship Id="rId4" Type="http://schemas.openxmlformats.org/officeDocument/2006/relationships/hyperlink" Target="https://doi.org/10.1073/pnas.2421738122" TargetMode="External"/><Relationship Id="rId9" Type="http://schemas.openxmlformats.org/officeDocument/2006/relationships/hyperlink" Target="https://doi.org/10.1038/s41598-024-63497-8" TargetMode="External"/></Relationships>
</file>

<file path=ppt/slides/_rels/slide24.xml.rels><?xml version="1.0" encoding="UTF-8" standalone="yes"?>
<Relationships xmlns="http://schemas.openxmlformats.org/package/2006/relationships"><Relationship Id="rId8" Type="http://schemas.openxmlformats.org/officeDocument/2006/relationships/hyperlink" Target="https://doi.org/10.1038/s41598-023-41032-5" TargetMode="External"/><Relationship Id="rId3" Type="http://schemas.openxmlformats.org/officeDocument/2006/relationships/hyperlink" Target="https://doi.org/10.3389/fgene.2025.1568705" TargetMode="External"/><Relationship Id="rId7" Type="http://schemas.openxmlformats.org/officeDocument/2006/relationships/hyperlink" Target="https://doi.org/10.1093/genetics/iyae195" TargetMode="External"/><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hyperlink" Target="https://doi.org/10.1109/iccvw60793.2023.00067" TargetMode="External"/><Relationship Id="rId5" Type="http://schemas.openxmlformats.org/officeDocument/2006/relationships/hyperlink" Target="https://doi.org/10.1073/pnas.2421738122" TargetMode="External"/><Relationship Id="rId4" Type="http://schemas.openxmlformats.org/officeDocument/2006/relationships/hyperlink" Target="https://doi.org/10.1101/2025.09.05.674546" TargetMode="External"/></Relationships>
</file>

<file path=ppt/slides/_rels/slide25.xml.rels><?xml version="1.0" encoding="UTF-8" standalone="yes"?>
<Relationships xmlns="http://schemas.openxmlformats.org/package/2006/relationships"><Relationship Id="rId8" Type="http://schemas.openxmlformats.org/officeDocument/2006/relationships/hyperlink" Target="https://croplife.org/wp-content/uploads/2022/05/AgbioInvestor-Trait-RD-Branded-Report-Final-20220512.pdf" TargetMode="External"/><Relationship Id="rId3" Type="http://schemas.openxmlformats.org/officeDocument/2006/relationships/hyperlink" Target="https://doi.org/10.1038/s41587-024-02511-w" TargetMode="External"/><Relationship Id="rId7" Type="http://schemas.openxmlformats.org/officeDocument/2006/relationships/hyperlink" Target="https://www.bayer.com/en-us/united-states/news-and-stories/2025/ely-wins-ai-based-agtech-solution-of-the-year" TargetMode="External"/><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hyperlink" Target="https://doi.org/10.1038/s41586-026-10265-5" TargetMode="External"/><Relationship Id="rId5" Type="http://schemas.openxmlformats.org/officeDocument/2006/relationships/hyperlink" Target="https://doi.org/10.1371/journal.pcbi.1013729" TargetMode="External"/><Relationship Id="rId4" Type="http://schemas.openxmlformats.org/officeDocument/2006/relationships/hyperlink" Target="https://doi.org/10.1038/s41467-026-73097-x"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doi.org/10.1016/j.xgen.2026.101329" TargetMode="External"/><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hyperlink" Target="https://doi.org/10.1038/s41467-026-73097-x" TargetMode="External"/><Relationship Id="rId5" Type="http://schemas.openxmlformats.org/officeDocument/2006/relationships/hyperlink" Target="https://doi.org/10.1038/s42003-024-06465-2" TargetMode="External"/><Relationship Id="rId4" Type="http://schemas.openxmlformats.org/officeDocument/2006/relationships/hyperlink" Target="https://doi.org/10.1093/genetics/iyae195"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A7C59"/>
        </a:solidFill>
        <a:effectLst/>
      </p:bgPr>
    </p:bg>
    <p:spTree>
      <p:nvGrpSpPr>
        <p:cNvPr id="1" name=""/>
        <p:cNvGrpSpPr/>
        <p:nvPr/>
      </p:nvGrpSpPr>
      <p:grpSpPr>
        <a:xfrm>
          <a:off x="0" y="0"/>
          <a:ext cx="0" cy="0"/>
          <a:chOff x="0" y="0"/>
          <a:chExt cx="0" cy="0"/>
        </a:xfrm>
      </p:grpSpPr>
      <p:sp>
        <p:nvSpPr>
          <p:cNvPr id="2" name="Rectangle 1"/>
          <p:cNvSpPr/>
          <p:nvPr/>
        </p:nvSpPr>
        <p:spPr>
          <a:xfrm>
            <a:off x="0" y="5074920"/>
            <a:ext cx="12191695" cy="1783080"/>
          </a:xfrm>
          <a:prstGeom prst="rect">
            <a:avLst/>
          </a:prstGeom>
          <a:solidFill>
            <a:srgbClr val="F5F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600200"/>
            <a:ext cx="10607040" cy="1675459"/>
          </a:xfrm>
          <a:prstGeom prst="rect">
            <a:avLst/>
          </a:prstGeom>
          <a:noFill/>
        </p:spPr>
        <p:txBody>
          <a:bodyPr wrap="square" anchor="t">
            <a:spAutoFit/>
          </a:bodyPr>
          <a:lstStyle/>
          <a:p>
            <a:pPr algn="l">
              <a:lnSpc>
                <a:spcPct val="105000"/>
              </a:lnSpc>
            </a:pPr>
            <a:r>
              <a:rPr lang="pt-BR" sz="5000" b="1" i="0">
                <a:solidFill>
                  <a:srgbClr val="FFFFFF"/>
                </a:solidFill>
                <a:latin typeface="DejaVu Serif"/>
              </a:rPr>
              <a:t>IA no melhoramento de plantas - e muito além dele</a:t>
            </a:r>
            <a:endParaRPr sz="5000" b="1" i="0">
              <a:solidFill>
                <a:srgbClr val="FFFFFF"/>
              </a:solidFill>
              <a:latin typeface="DejaVu Serif"/>
            </a:endParaRPr>
          </a:p>
        </p:txBody>
      </p:sp>
      <p:sp>
        <p:nvSpPr>
          <p:cNvPr id="4" name="TextBox 3"/>
          <p:cNvSpPr txBox="1"/>
          <p:nvPr/>
        </p:nvSpPr>
        <p:spPr>
          <a:xfrm>
            <a:off x="822960" y="3977639"/>
            <a:ext cx="10607040" cy="406009"/>
          </a:xfrm>
          <a:prstGeom prst="rect">
            <a:avLst/>
          </a:prstGeom>
          <a:noFill/>
        </p:spPr>
        <p:txBody>
          <a:bodyPr wrap="square" anchor="t">
            <a:spAutoFit/>
          </a:bodyPr>
          <a:lstStyle/>
          <a:p>
            <a:pPr algn="l">
              <a:lnSpc>
                <a:spcPct val="120000"/>
              </a:lnSpc>
            </a:pPr>
            <a:r>
              <a:rPr lang="pt-BR" sz="1900" b="0" i="0">
                <a:solidFill>
                  <a:srgbClr val="D8E4DA"/>
                </a:solidFill>
                <a:latin typeface="DejaVu Sans"/>
              </a:rPr>
              <a:t>O que praticamos em três dias, o que ficou de fora e para onde a IA está indo</a:t>
            </a:r>
            <a:endParaRPr sz="1900" b="0" i="0">
              <a:solidFill>
                <a:srgbClr val="D8E4DA"/>
              </a:solidFill>
              <a:latin typeface="DejaVu Sans"/>
            </a:endParaRPr>
          </a:p>
        </p:txBody>
      </p:sp>
      <p:sp>
        <p:nvSpPr>
          <p:cNvPr id="5" name="TextBox 4"/>
          <p:cNvSpPr txBox="1"/>
          <p:nvPr/>
        </p:nvSpPr>
        <p:spPr>
          <a:xfrm>
            <a:off x="822960" y="5349240"/>
            <a:ext cx="10607040" cy="353943"/>
          </a:xfrm>
          <a:prstGeom prst="rect">
            <a:avLst/>
          </a:prstGeom>
          <a:noFill/>
        </p:spPr>
        <p:txBody>
          <a:bodyPr wrap="square" anchor="t">
            <a:spAutoFit/>
          </a:bodyPr>
          <a:lstStyle/>
          <a:p>
            <a:pPr algn="l">
              <a:lnSpc>
                <a:spcPct val="100000"/>
              </a:lnSpc>
            </a:pPr>
            <a:r>
              <a:rPr lang="pt-BR" sz="1700" b="1" i="0">
                <a:solidFill>
                  <a:srgbClr val="4A7C59"/>
                </a:solidFill>
                <a:latin typeface="DejaVu Sans"/>
              </a:rPr>
              <a:t>FIT 796 · UFV · Sessão de fechamento · 5 de novembro de 2026</a:t>
            </a:r>
            <a:endParaRPr sz="1700" b="1" i="0">
              <a:solidFill>
                <a:srgbClr val="4A7C59"/>
              </a:solidFill>
              <a:latin typeface="DejaVu Sans"/>
            </a:endParaRPr>
          </a:p>
        </p:txBody>
      </p:sp>
      <p:sp>
        <p:nvSpPr>
          <p:cNvPr id="6" name="TextBox 5"/>
          <p:cNvSpPr txBox="1"/>
          <p:nvPr/>
        </p:nvSpPr>
        <p:spPr>
          <a:xfrm>
            <a:off x="822960" y="5806440"/>
            <a:ext cx="10607040" cy="461665"/>
          </a:xfrm>
          <a:prstGeom prst="rect">
            <a:avLst/>
          </a:prstGeom>
          <a:noFill/>
        </p:spPr>
        <p:txBody>
          <a:bodyPr wrap="square" anchor="t">
            <a:spAutoFit/>
          </a:bodyPr>
          <a:lstStyle/>
          <a:p>
            <a:pPr algn="l">
              <a:lnSpc>
                <a:spcPct val="100000"/>
              </a:lnSpc>
            </a:pPr>
            <a:r>
              <a:rPr lang="pt-BR" sz="1200" b="0" i="0">
                <a:solidFill>
                  <a:srgbClr val="6B6B6B"/>
                </a:solidFill>
                <a:latin typeface="DejaVu Sans"/>
              </a:rPr>
              <a:t>Base de evidências: publicações de out/2023 a out/2026, cada uma conferida no DOI ou na fonte oficial · preprints e anúncios de empresa sinalizados no rodapé</a:t>
            </a:r>
            <a:endParaRPr sz="1200" b="0" i="0">
              <a:solidFill>
                <a:srgbClr val="6B6B6B"/>
              </a:solidFill>
              <a:latin typeface="DejaVu Sans"/>
            </a:endParaRPr>
          </a:p>
        </p:txBody>
      </p:sp>
    </p:spTree>
    <p:extLst>
      <p:ext uri="{BB962C8B-B14F-4D97-AF65-F5344CB8AC3E}">
        <p14:creationId xmlns:p14="http://schemas.microsoft.com/office/powerpoint/2010/main" val="3880002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12503"/>
          </a:xfrm>
          <a:prstGeom prst="rect">
            <a:avLst/>
          </a:prstGeom>
          <a:noFill/>
        </p:spPr>
        <p:txBody>
          <a:bodyPr wrap="square" anchor="t">
            <a:spAutoFit/>
          </a:bodyPr>
          <a:lstStyle/>
          <a:p>
            <a:pPr algn="l">
              <a:lnSpc>
                <a:spcPct val="105000"/>
              </a:lnSpc>
            </a:pPr>
            <a:r>
              <a:rPr lang="en-US" sz="4000" b="1" i="0">
                <a:solidFill>
                  <a:srgbClr val="B7472A"/>
                </a:solidFill>
                <a:latin typeface="DejaVu Serif"/>
              </a:rPr>
              <a:t>Três dias, um arco</a:t>
            </a:r>
            <a:endParaRPr sz="4000" b="1" i="0">
              <a:solidFill>
                <a:srgbClr val="B7472A"/>
              </a:solidFill>
              <a:latin typeface="DejaVu Serif"/>
            </a:endParaRPr>
          </a:p>
        </p:txBody>
      </p:sp>
      <p:sp>
        <p:nvSpPr>
          <p:cNvPr id="4" name="Oval 3"/>
          <p:cNvSpPr/>
          <p:nvPr/>
        </p:nvSpPr>
        <p:spPr>
          <a:xfrm>
            <a:off x="713232" y="1938528"/>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783080"/>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Dia 1 - fundamentos: conceitos de IA, modelos e agentes, fenotipagem de alto desempenho, dados e programação assistida por IA (módulos 01 a 05)</a:t>
            </a:r>
            <a:endParaRPr sz="1900" b="0" i="0">
              <a:solidFill>
                <a:srgbClr val="2E3A2F"/>
              </a:solidFill>
              <a:latin typeface="DejaVu Sans"/>
            </a:endParaRPr>
          </a:p>
        </p:txBody>
      </p:sp>
      <p:sp>
        <p:nvSpPr>
          <p:cNvPr id="6" name="Oval 5"/>
          <p:cNvSpPr/>
          <p:nvPr/>
        </p:nvSpPr>
        <p:spPr>
          <a:xfrm>
            <a:off x="713232" y="2999232"/>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843784"/>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Dia 2 - predição e otimização: seleção genômica, machine learning e deep learning, otimização e simulação de ciclos, IA generativa na pesquisa (06 a 11)</a:t>
            </a:r>
            <a:endParaRPr sz="1900" b="0" i="0">
              <a:solidFill>
                <a:srgbClr val="2E3A2F"/>
              </a:solidFill>
              <a:latin typeface="DejaVu Sans"/>
            </a:endParaRPr>
          </a:p>
        </p:txBody>
      </p:sp>
      <p:sp>
        <p:nvSpPr>
          <p:cNvPr id="8" name="Oval 7"/>
          <p:cNvSpPr/>
          <p:nvPr/>
        </p:nvSpPr>
        <p:spPr>
          <a:xfrm>
            <a:off x="713232" y="4059936"/>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904488"/>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Dia 3 - decisão: tomada de decisão em programas de melhoramento e discussão de modelos e ferramentas (12 e 13)</a:t>
            </a:r>
            <a:endParaRPr sz="1900" b="0" i="0">
              <a:solidFill>
                <a:srgbClr val="2E3A2F"/>
              </a:solidFill>
              <a:latin typeface="DejaVu Sans"/>
            </a:endParaRPr>
          </a:p>
        </p:txBody>
      </p:sp>
      <p:sp>
        <p:nvSpPr>
          <p:cNvPr id="10" name="Oval 9"/>
          <p:cNvSpPr/>
          <p:nvPr/>
        </p:nvSpPr>
        <p:spPr>
          <a:xfrm>
            <a:off x="713232" y="5120640"/>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965192"/>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Hoje: o que a IA já faz de forma efetiva e que não coube no curso - na fronteira do melhoramento, no restante do agro e em outras ciências</a:t>
            </a:r>
            <a:endParaRPr sz="1900" b="0" i="0">
              <a:solidFill>
                <a:srgbClr val="2E3A2F"/>
              </a:solidFill>
              <a:latin typeface="DejaVu Sans"/>
            </a:endParaRPr>
          </a:p>
        </p:txBody>
      </p:sp>
      <p:sp>
        <p:nvSpPr>
          <p:cNvPr id="12" name="TextBox 11"/>
          <p:cNvSpPr txBox="1"/>
          <p:nvPr/>
        </p:nvSpPr>
        <p:spPr>
          <a:xfrm>
            <a:off x="502920" y="6144768"/>
            <a:ext cx="11201400" cy="243593"/>
          </a:xfrm>
          <a:prstGeom prst="rect">
            <a:avLst/>
          </a:prstGeom>
          <a:noFill/>
        </p:spPr>
        <p:txBody>
          <a:bodyPr wrap="square" anchor="t">
            <a:spAutoFit/>
          </a:bodyPr>
          <a:lstStyle/>
          <a:p>
            <a:pPr algn="l">
              <a:lnSpc>
                <a:spcPct val="108000"/>
              </a:lnSpc>
            </a:pPr>
            <a:r>
              <a:rPr lang="pt-BR" sz="1000" b="0" i="0">
                <a:solidFill>
                  <a:srgbClr val="6B6B6B"/>
                </a:solidFill>
                <a:latin typeface="DejaVu Sans"/>
              </a:rPr>
              <a:t>Programa FIT 796 · UFV, Bayer e Instituto IDATA · edição intensiva de 3 a 5 de novembro de 2026</a:t>
            </a:r>
            <a:endParaRPr sz="1000" b="0" i="0">
              <a:solidFill>
                <a:srgbClr val="6B6B6B"/>
              </a:solidFill>
              <a:latin typeface="DejaVu Sans"/>
            </a:endParaRPr>
          </a:p>
        </p:txBody>
      </p:sp>
    </p:spTree>
    <p:extLst>
      <p:ext uri="{BB962C8B-B14F-4D97-AF65-F5344CB8AC3E}">
        <p14:creationId xmlns:p14="http://schemas.microsoft.com/office/powerpoint/2010/main" val="1275154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972800" cy="584775"/>
          </a:xfrm>
          <a:prstGeom prst="rect">
            <a:avLst/>
          </a:prstGeom>
          <a:noFill/>
        </p:spPr>
        <p:txBody>
          <a:bodyPr wrap="square" anchor="t">
            <a:spAutoFit/>
          </a:bodyPr>
          <a:lstStyle/>
          <a:p>
            <a:pPr algn="l">
              <a:lnSpc>
                <a:spcPct val="100000"/>
              </a:lnSpc>
            </a:pPr>
            <a:r>
              <a:rPr lang="pt-BR" sz="3200" b="1" i="0">
                <a:solidFill>
                  <a:srgbClr val="4A7C59"/>
                </a:solidFill>
                <a:latin typeface="DejaVu Serif"/>
              </a:rPr>
              <a:t>O que cobrimos - e o que fica de fora</a:t>
            </a:r>
            <a:endParaRPr sz="3200" b="1" i="0">
              <a:solidFill>
                <a:srgbClr val="4A7C59"/>
              </a:solidFill>
              <a:latin typeface="DejaVu Serif"/>
            </a:endParaRPr>
          </a:p>
        </p:txBody>
      </p:sp>
      <p:sp>
        <p:nvSpPr>
          <p:cNvPr id="4" name="TextBox 3"/>
          <p:cNvSpPr txBox="1"/>
          <p:nvPr/>
        </p:nvSpPr>
        <p:spPr>
          <a:xfrm>
            <a:off x="640080" y="987552"/>
            <a:ext cx="10972800" cy="338554"/>
          </a:xfrm>
          <a:prstGeom prst="rect">
            <a:avLst/>
          </a:prstGeom>
          <a:noFill/>
        </p:spPr>
        <p:txBody>
          <a:bodyPr wrap="square" anchor="t">
            <a:spAutoFit/>
          </a:bodyPr>
          <a:lstStyle/>
          <a:p>
            <a:pPr algn="l">
              <a:lnSpc>
                <a:spcPct val="100000"/>
              </a:lnSpc>
            </a:pPr>
            <a:r>
              <a:rPr lang="pt-BR" sz="1600" b="0" i="0">
                <a:solidFill>
                  <a:srgbClr val="6B6B6B"/>
                </a:solidFill>
                <a:latin typeface="DejaVu Sans"/>
              </a:rPr>
              <a:t>Quatro anéis de atuação da IA - o curso concentrou-se no primeiro</a:t>
            </a:r>
            <a:endParaRPr sz="1600" b="0" i="0">
              <a:solidFill>
                <a:srgbClr val="6B6B6B"/>
              </a:solidFill>
              <a:latin typeface="DejaVu Sans"/>
            </a:endParaRPr>
          </a:p>
        </p:txBody>
      </p:sp>
      <p:sp>
        <p:nvSpPr>
          <p:cNvPr id="6" name="TextBox 5"/>
          <p:cNvSpPr txBox="1"/>
          <p:nvPr/>
        </p:nvSpPr>
        <p:spPr>
          <a:xfrm>
            <a:off x="502920" y="6144768"/>
            <a:ext cx="11201400" cy="243593"/>
          </a:xfrm>
          <a:prstGeom prst="rect">
            <a:avLst/>
          </a:prstGeom>
          <a:noFill/>
        </p:spPr>
        <p:txBody>
          <a:bodyPr wrap="square" anchor="t">
            <a:spAutoFit/>
          </a:bodyPr>
          <a:lstStyle/>
          <a:p>
            <a:pPr algn="l">
              <a:lnSpc>
                <a:spcPct val="108000"/>
              </a:lnSpc>
            </a:pPr>
            <a:r>
              <a:rPr lang="pt-BR" sz="1000" b="0" i="0">
                <a:solidFill>
                  <a:srgbClr val="6B6B6B"/>
                </a:solidFill>
                <a:latin typeface="DejaVu Sans"/>
              </a:rPr>
              <a:t>Mapa elaborado a partir da grade do curso e das referências desta apresentação</a:t>
            </a:r>
            <a:endParaRPr sz="1000" b="0" i="0">
              <a:solidFill>
                <a:srgbClr val="6B6B6B"/>
              </a:solidFill>
              <a:latin typeface="DejaVu Sans"/>
            </a:endParaRPr>
          </a:p>
        </p:txBody>
      </p:sp>
      <p:sp>
        <p:nvSpPr>
          <p:cNvPr id="7" name="Rectangle: Rounded Corners 6">
            <a:extLst>
              <a:ext uri="{FF2B5EF4-FFF2-40B4-BE49-F238E27FC236}">
                <a16:creationId xmlns:a16="http://schemas.microsoft.com/office/drawing/2014/main" id="{DC43B917-13C3-4075-0098-2C951DDD71FE}"/>
              </a:ext>
            </a:extLst>
          </p:cNvPr>
          <p:cNvSpPr/>
          <p:nvPr/>
        </p:nvSpPr>
        <p:spPr>
          <a:xfrm>
            <a:off x="558800" y="1574800"/>
            <a:ext cx="2628900" cy="4445000"/>
          </a:xfrm>
          <a:prstGeom prst="roundRect">
            <a:avLst>
              <a:gd name="adj" fmla="val 6000"/>
            </a:avLst>
          </a:prstGeom>
          <a:solidFill>
            <a:srgbClr val="4A7C5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152400" tIns="177800" rIns="127000" bIns="127000" rtlCol="0" anchor="t"/>
          <a:lstStyle/>
          <a:p>
            <a:pPr>
              <a:spcAft>
                <a:spcPts val="1200"/>
              </a:spcAft>
            </a:pPr>
            <a:r>
              <a:rPr lang="pt-BR" sz="1600" b="1">
                <a:solidFill>
                  <a:srgbClr val="FFFFFF"/>
                </a:solidFill>
                <a:latin typeface="DejaVu Serif"/>
              </a:rPr>
              <a:t>Coberto no curso</a:t>
            </a:r>
          </a:p>
          <a:p>
            <a:pPr>
              <a:spcAft>
                <a:spcPts val="500"/>
              </a:spcAft>
            </a:pPr>
            <a:r>
              <a:rPr lang="pt-BR" sz="1300">
                <a:solidFill>
                  <a:srgbClr val="FFFFFF"/>
                </a:solidFill>
                <a:latin typeface="DejaVu Sans"/>
              </a:rPr>
              <a:t>Seleção genômica</a:t>
            </a:r>
          </a:p>
          <a:p>
            <a:pPr>
              <a:spcAft>
                <a:spcPts val="500"/>
              </a:spcAft>
            </a:pPr>
            <a:r>
              <a:rPr lang="pt-BR" sz="1300">
                <a:solidFill>
                  <a:srgbClr val="FFFFFF"/>
                </a:solidFill>
                <a:latin typeface="DejaVu Sans"/>
              </a:rPr>
              <a:t>ML e deep learning</a:t>
            </a:r>
          </a:p>
          <a:p>
            <a:pPr>
              <a:spcAft>
                <a:spcPts val="500"/>
              </a:spcAft>
            </a:pPr>
            <a:r>
              <a:rPr lang="pt-BR" sz="1300">
                <a:solidFill>
                  <a:srgbClr val="FFFFFF"/>
                </a:solidFill>
                <a:latin typeface="DejaVu Sans"/>
              </a:rPr>
              <a:t>Fenotipagem por imagem</a:t>
            </a:r>
          </a:p>
          <a:p>
            <a:pPr>
              <a:spcAft>
                <a:spcPts val="500"/>
              </a:spcAft>
            </a:pPr>
            <a:r>
              <a:rPr lang="pt-BR" sz="1300">
                <a:solidFill>
                  <a:srgbClr val="FFFFFF"/>
                </a:solidFill>
                <a:latin typeface="DejaVu Sans"/>
              </a:rPr>
              <a:t>Dados e curadoria</a:t>
            </a:r>
          </a:p>
          <a:p>
            <a:pPr>
              <a:spcAft>
                <a:spcPts val="500"/>
              </a:spcAft>
            </a:pPr>
            <a:r>
              <a:rPr lang="pt-BR" sz="1300">
                <a:solidFill>
                  <a:srgbClr val="FFFFFF"/>
                </a:solidFill>
                <a:latin typeface="DejaVu Sans"/>
              </a:rPr>
              <a:t>Coding com agentes</a:t>
            </a:r>
          </a:p>
          <a:p>
            <a:pPr>
              <a:spcAft>
                <a:spcPts val="500"/>
              </a:spcAft>
            </a:pPr>
            <a:r>
              <a:rPr lang="pt-BR" sz="1300">
                <a:solidFill>
                  <a:srgbClr val="FFFFFF"/>
                </a:solidFill>
                <a:latin typeface="DejaVu Sans"/>
              </a:rPr>
              <a:t>Otimização e simulação</a:t>
            </a:r>
          </a:p>
          <a:p>
            <a:pPr>
              <a:spcAft>
                <a:spcPts val="500"/>
              </a:spcAft>
            </a:pPr>
            <a:r>
              <a:rPr lang="pt-BR" sz="1300">
                <a:solidFill>
                  <a:srgbClr val="FFFFFF"/>
                </a:solidFill>
                <a:latin typeface="DejaVu Sans"/>
              </a:rPr>
              <a:t>Decisão no programa</a:t>
            </a:r>
            <a:endParaRPr lang="en-US" sz="1300">
              <a:solidFill>
                <a:srgbClr val="FFFFFF"/>
              </a:solidFill>
              <a:latin typeface="DejaVu Sans"/>
            </a:endParaRPr>
          </a:p>
        </p:txBody>
      </p:sp>
      <p:sp>
        <p:nvSpPr>
          <p:cNvPr id="8" name="Rectangle: Rounded Corners 7">
            <a:extLst>
              <a:ext uri="{FF2B5EF4-FFF2-40B4-BE49-F238E27FC236}">
                <a16:creationId xmlns:a16="http://schemas.microsoft.com/office/drawing/2014/main" id="{398F9146-C40C-C244-F672-F7C415B2CFFE}"/>
              </a:ext>
            </a:extLst>
          </p:cNvPr>
          <p:cNvSpPr/>
          <p:nvPr/>
        </p:nvSpPr>
        <p:spPr>
          <a:xfrm>
            <a:off x="3365500" y="1574800"/>
            <a:ext cx="2628900" cy="4445000"/>
          </a:xfrm>
          <a:prstGeom prst="roundRect">
            <a:avLst>
              <a:gd name="adj" fmla="val 6000"/>
            </a:avLst>
          </a:prstGeom>
          <a:solidFill>
            <a:srgbClr val="D8E4DA"/>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152400" tIns="177800" rIns="127000" bIns="127000" rtlCol="0" anchor="t"/>
          <a:lstStyle/>
          <a:p>
            <a:pPr>
              <a:spcAft>
                <a:spcPts val="1200"/>
              </a:spcAft>
            </a:pPr>
            <a:r>
              <a:rPr lang="pt-BR" sz="1600" b="1">
                <a:solidFill>
                  <a:srgbClr val="2E3A2F"/>
                </a:solidFill>
                <a:latin typeface="DejaVu Serif"/>
              </a:rPr>
              <a:t>Fronteira do melhoramento</a:t>
            </a:r>
          </a:p>
          <a:p>
            <a:pPr>
              <a:spcAft>
                <a:spcPts val="500"/>
              </a:spcAft>
            </a:pPr>
            <a:r>
              <a:rPr lang="pt-BR" sz="1300">
                <a:solidFill>
                  <a:srgbClr val="2E3A2F"/>
                </a:solidFill>
                <a:latin typeface="DejaVu Sans"/>
              </a:rPr>
              <a:t>Modelos de linguagem de DNA</a:t>
            </a:r>
          </a:p>
          <a:p>
            <a:pPr>
              <a:spcAft>
                <a:spcPts val="500"/>
              </a:spcAft>
            </a:pPr>
            <a:r>
              <a:rPr lang="pt-BR" sz="1300">
                <a:solidFill>
                  <a:srgbClr val="2E3A2F"/>
                </a:solidFill>
                <a:latin typeface="DejaVu Sans"/>
              </a:rPr>
              <a:t>Moléculas e peptídeos</a:t>
            </a:r>
          </a:p>
          <a:p>
            <a:pPr>
              <a:spcAft>
                <a:spcPts val="500"/>
              </a:spcAft>
            </a:pPr>
            <a:r>
              <a:rPr lang="pt-BR" sz="1300">
                <a:solidFill>
                  <a:srgbClr val="2E3A2F"/>
                </a:solidFill>
                <a:latin typeface="DejaVu Sans"/>
              </a:rPr>
              <a:t>Desenho de proteínas</a:t>
            </a:r>
          </a:p>
          <a:p>
            <a:pPr>
              <a:spcAft>
                <a:spcPts val="500"/>
              </a:spcAft>
            </a:pPr>
            <a:r>
              <a:rPr lang="pt-BR" sz="1300">
                <a:solidFill>
                  <a:srgbClr val="2E3A2F"/>
                </a:solidFill>
                <a:latin typeface="DejaVu Sans"/>
              </a:rPr>
              <a:t>Events e stacking</a:t>
            </a:r>
          </a:p>
          <a:p>
            <a:pPr>
              <a:spcAft>
                <a:spcPts val="500"/>
              </a:spcAft>
            </a:pPr>
            <a:r>
              <a:rPr lang="pt-BR" sz="1300">
                <a:solidFill>
                  <a:srgbClr val="2E3A2F"/>
                </a:solidFill>
                <a:latin typeface="DejaVu Sans"/>
              </a:rPr>
              <a:t>IA + edição gênica</a:t>
            </a:r>
            <a:endParaRPr lang="en-US" sz="1300">
              <a:solidFill>
                <a:srgbClr val="2E3A2F"/>
              </a:solidFill>
              <a:latin typeface="DejaVu Sans"/>
            </a:endParaRPr>
          </a:p>
        </p:txBody>
      </p:sp>
      <p:sp>
        <p:nvSpPr>
          <p:cNvPr id="9" name="Rectangle: Rounded Corners 8">
            <a:extLst>
              <a:ext uri="{FF2B5EF4-FFF2-40B4-BE49-F238E27FC236}">
                <a16:creationId xmlns:a16="http://schemas.microsoft.com/office/drawing/2014/main" id="{DBE90778-7912-613E-E9C3-322C8338582E}"/>
              </a:ext>
            </a:extLst>
          </p:cNvPr>
          <p:cNvSpPr/>
          <p:nvPr/>
        </p:nvSpPr>
        <p:spPr>
          <a:xfrm>
            <a:off x="6172200" y="1574800"/>
            <a:ext cx="2628900" cy="4445000"/>
          </a:xfrm>
          <a:prstGeom prst="roundRect">
            <a:avLst>
              <a:gd name="adj" fmla="val 6000"/>
            </a:avLst>
          </a:prstGeom>
          <a:solidFill>
            <a:srgbClr val="F9A620"/>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152400" tIns="177800" rIns="127000" bIns="127000" rtlCol="0" anchor="t"/>
          <a:lstStyle/>
          <a:p>
            <a:pPr>
              <a:spcAft>
                <a:spcPts val="1200"/>
              </a:spcAft>
            </a:pPr>
            <a:r>
              <a:rPr lang="pt-BR" sz="1600" b="1">
                <a:solidFill>
                  <a:srgbClr val="2E3A2F"/>
                </a:solidFill>
                <a:latin typeface="DejaVu Serif"/>
              </a:rPr>
              <a:t>Agro além do melhoramento</a:t>
            </a:r>
          </a:p>
          <a:p>
            <a:pPr>
              <a:spcAft>
                <a:spcPts val="500"/>
              </a:spcAft>
            </a:pPr>
            <a:r>
              <a:rPr lang="pt-BR" sz="1300">
                <a:solidFill>
                  <a:srgbClr val="2E3A2F"/>
                </a:solidFill>
                <a:latin typeface="DejaVu Sans"/>
              </a:rPr>
              <a:t>Clima e previsão</a:t>
            </a:r>
          </a:p>
          <a:p>
            <a:pPr>
              <a:spcAft>
                <a:spcPts val="500"/>
              </a:spcAft>
            </a:pPr>
            <a:r>
              <a:rPr lang="pt-BR" sz="1300">
                <a:solidFill>
                  <a:srgbClr val="2E3A2F"/>
                </a:solidFill>
                <a:latin typeface="DejaVu Sans"/>
              </a:rPr>
              <a:t>Pulverização seletiva</a:t>
            </a:r>
          </a:p>
          <a:p>
            <a:pPr>
              <a:spcAft>
                <a:spcPts val="500"/>
              </a:spcAft>
            </a:pPr>
            <a:r>
              <a:rPr lang="pt-BR" sz="1300">
                <a:solidFill>
                  <a:srgbClr val="2E3A2F"/>
                </a:solidFill>
                <a:latin typeface="DejaVu Sans"/>
              </a:rPr>
              <a:t>Robótica de campo</a:t>
            </a:r>
          </a:p>
          <a:p>
            <a:pPr>
              <a:spcAft>
                <a:spcPts val="500"/>
              </a:spcAft>
            </a:pPr>
            <a:r>
              <a:rPr lang="pt-BR" sz="1300">
                <a:solidFill>
                  <a:srgbClr val="2E3A2F"/>
                </a:solidFill>
                <a:latin typeface="DejaVu Sans"/>
              </a:rPr>
              <a:t>Diagnóstico no celular</a:t>
            </a:r>
          </a:p>
          <a:p>
            <a:pPr>
              <a:spcAft>
                <a:spcPts val="500"/>
              </a:spcAft>
            </a:pPr>
            <a:r>
              <a:rPr lang="pt-BR" sz="1300">
                <a:solidFill>
                  <a:srgbClr val="2E3A2F"/>
                </a:solidFill>
                <a:latin typeface="DejaVu Sans"/>
              </a:rPr>
              <a:t>Gêmeos digitais</a:t>
            </a:r>
            <a:endParaRPr lang="en-US" sz="1300">
              <a:solidFill>
                <a:srgbClr val="2E3A2F"/>
              </a:solidFill>
              <a:latin typeface="DejaVu Sans"/>
            </a:endParaRPr>
          </a:p>
        </p:txBody>
      </p:sp>
      <p:sp>
        <p:nvSpPr>
          <p:cNvPr id="10" name="Rectangle: Rounded Corners 9">
            <a:extLst>
              <a:ext uri="{FF2B5EF4-FFF2-40B4-BE49-F238E27FC236}">
                <a16:creationId xmlns:a16="http://schemas.microsoft.com/office/drawing/2014/main" id="{59721242-DBF5-54A8-C686-DA1692B8A034}"/>
              </a:ext>
            </a:extLst>
          </p:cNvPr>
          <p:cNvSpPr/>
          <p:nvPr/>
        </p:nvSpPr>
        <p:spPr>
          <a:xfrm>
            <a:off x="8978900" y="1574800"/>
            <a:ext cx="2628900" cy="4445000"/>
          </a:xfrm>
          <a:prstGeom prst="roundRect">
            <a:avLst>
              <a:gd name="adj" fmla="val 6000"/>
            </a:avLst>
          </a:prstGeom>
          <a:solidFill>
            <a:srgbClr val="B7472A"/>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152400" tIns="177800" rIns="127000" bIns="127000" rtlCol="0" anchor="t"/>
          <a:lstStyle/>
          <a:p>
            <a:pPr>
              <a:spcAft>
                <a:spcPts val="1200"/>
              </a:spcAft>
            </a:pPr>
            <a:r>
              <a:rPr lang="pt-BR" sz="1600" b="1">
                <a:solidFill>
                  <a:srgbClr val="FFFFFF"/>
                </a:solidFill>
                <a:latin typeface="DejaVu Serif"/>
              </a:rPr>
              <a:t>Além do agro</a:t>
            </a:r>
          </a:p>
          <a:p>
            <a:pPr>
              <a:spcAft>
                <a:spcPts val="500"/>
              </a:spcAft>
            </a:pPr>
            <a:r>
              <a:rPr lang="pt-BR" sz="1300">
                <a:solidFill>
                  <a:srgbClr val="FFFFFF"/>
                </a:solidFill>
                <a:latin typeface="DejaVu Sans"/>
              </a:rPr>
              <a:t>Proteínas e fármacos</a:t>
            </a:r>
          </a:p>
          <a:p>
            <a:pPr>
              <a:spcAft>
                <a:spcPts val="500"/>
              </a:spcAft>
            </a:pPr>
            <a:r>
              <a:rPr lang="pt-BR" sz="1300">
                <a:solidFill>
                  <a:srgbClr val="FFFFFF"/>
                </a:solidFill>
                <a:latin typeface="DejaVu Sans"/>
              </a:rPr>
              <a:t>Genética humana</a:t>
            </a:r>
          </a:p>
          <a:p>
            <a:pPr>
              <a:spcAft>
                <a:spcPts val="500"/>
              </a:spcAft>
            </a:pPr>
            <a:r>
              <a:rPr lang="pt-BR" sz="1300">
                <a:solidFill>
                  <a:srgbClr val="FFFFFF"/>
                </a:solidFill>
                <a:latin typeface="DejaVu Sans"/>
              </a:rPr>
              <a:t>Materiais</a:t>
            </a:r>
          </a:p>
          <a:p>
            <a:pPr>
              <a:spcAft>
                <a:spcPts val="500"/>
              </a:spcAft>
            </a:pPr>
            <a:r>
              <a:rPr lang="pt-BR" sz="1300">
                <a:solidFill>
                  <a:srgbClr val="FFFFFF"/>
                </a:solidFill>
                <a:latin typeface="DejaVu Sans"/>
              </a:rPr>
              <a:t>Matemática</a:t>
            </a:r>
          </a:p>
          <a:p>
            <a:pPr>
              <a:spcAft>
                <a:spcPts val="500"/>
              </a:spcAft>
            </a:pPr>
            <a:r>
              <a:rPr lang="pt-BR" sz="1300">
                <a:solidFill>
                  <a:srgbClr val="FFFFFF"/>
                </a:solidFill>
                <a:latin typeface="DejaVu Sans"/>
              </a:rPr>
              <a:t>Energia de fusão</a:t>
            </a:r>
            <a:endParaRPr lang="en-US" sz="1300">
              <a:solidFill>
                <a:srgbClr val="FFFFFF"/>
              </a:solidFill>
              <a:latin typeface="DejaVu Sans"/>
            </a:endParaRPr>
          </a:p>
        </p:txBody>
      </p:sp>
    </p:spTree>
    <p:extLst>
      <p:ext uri="{BB962C8B-B14F-4D97-AF65-F5344CB8AC3E}">
        <p14:creationId xmlns:p14="http://schemas.microsoft.com/office/powerpoint/2010/main" val="3881610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12503"/>
          </a:xfrm>
          <a:prstGeom prst="rect">
            <a:avLst/>
          </a:prstGeom>
          <a:noFill/>
        </p:spPr>
        <p:txBody>
          <a:bodyPr wrap="square" anchor="t">
            <a:spAutoFit/>
          </a:bodyPr>
          <a:lstStyle/>
          <a:p>
            <a:pPr algn="l">
              <a:lnSpc>
                <a:spcPct val="105000"/>
              </a:lnSpc>
            </a:pPr>
            <a:r>
              <a:rPr lang="pt-BR" sz="4000" b="1" i="0">
                <a:solidFill>
                  <a:srgbClr val="B7472A"/>
                </a:solidFill>
                <a:latin typeface="DejaVu Serif"/>
              </a:rPr>
              <a:t>Três anos. Um campo reconstruído.</a:t>
            </a:r>
            <a:endParaRPr sz="4000" b="1" i="0">
              <a:solidFill>
                <a:srgbClr val="B7472A"/>
              </a:solidFill>
              <a:latin typeface="DejaVu Serif"/>
            </a:endParaRPr>
          </a:p>
        </p:txBody>
      </p:sp>
      <p:sp>
        <p:nvSpPr>
          <p:cNvPr id="4" name="Oval 3"/>
          <p:cNvSpPr/>
          <p:nvPr/>
        </p:nvSpPr>
        <p:spPr>
          <a:xfrm>
            <a:off x="713232" y="1938528"/>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783080"/>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2023: um modelo de DNA aprende a estrutura de genes de plantas sem rótulos - e supera escores de conservação</a:t>
            </a:r>
            <a:endParaRPr sz="1900" b="0" i="0">
              <a:solidFill>
                <a:srgbClr val="2E3A2F"/>
              </a:solidFill>
              <a:latin typeface="DejaVu Sans"/>
            </a:endParaRPr>
          </a:p>
        </p:txBody>
      </p:sp>
      <p:sp>
        <p:nvSpPr>
          <p:cNvPr id="6" name="Oval 5"/>
          <p:cNvSpPr/>
          <p:nvPr/>
        </p:nvSpPr>
        <p:spPr>
          <a:xfrm>
            <a:off x="713232" y="2999232"/>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843784"/>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2024: um modelo de genoma desenha sistemas CRISPR funcionais; um modelo de 1 bilhão de parâmetros lê 48 genomas de culturas</a:t>
            </a:r>
            <a:endParaRPr sz="1900" b="0" i="0">
              <a:solidFill>
                <a:srgbClr val="2E3A2F"/>
              </a:solidFill>
              <a:latin typeface="DejaVu Sans"/>
            </a:endParaRPr>
          </a:p>
        </p:txBody>
      </p:sp>
      <p:sp>
        <p:nvSpPr>
          <p:cNvPr id="8" name="Oval 7"/>
          <p:cNvSpPr/>
          <p:nvPr/>
        </p:nvSpPr>
        <p:spPr>
          <a:xfrm>
            <a:off x="713232" y="4059936"/>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904488"/>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2025: robôs fenotipam ~200.000 parcelas; previsões de IA chegam a 38 milhões de agricultores</a:t>
            </a:r>
            <a:endParaRPr sz="1900" b="0" i="0">
              <a:solidFill>
                <a:srgbClr val="2E3A2F"/>
              </a:solidFill>
              <a:latin typeface="DejaVu Sans"/>
            </a:endParaRPr>
          </a:p>
        </p:txBody>
      </p:sp>
      <p:sp>
        <p:nvSpPr>
          <p:cNvPr id="10" name="Oval 9"/>
          <p:cNvSpPr/>
          <p:nvPr/>
        </p:nvSpPr>
        <p:spPr>
          <a:xfrm>
            <a:off x="713232" y="5120640"/>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965192"/>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2026: um agente de IA automatiza a pesquisa de ponta a ponta (Nature); modelos de genoma geram bacteriófagos viáveis</a:t>
            </a:r>
            <a:endParaRPr sz="1900" b="0" i="0">
              <a:solidFill>
                <a:srgbClr val="2E3A2F"/>
              </a:solidFill>
              <a:latin typeface="DejaVu Sans"/>
            </a:endParaRPr>
          </a:p>
        </p:txBody>
      </p:sp>
      <p:sp>
        <p:nvSpPr>
          <p:cNvPr id="12" name="TextBox 11"/>
          <p:cNvSpPr txBox="1"/>
          <p:nvPr/>
        </p:nvSpPr>
        <p:spPr>
          <a:xfrm>
            <a:off x="502920" y="6144768"/>
            <a:ext cx="11201400" cy="409792"/>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doi.org/10.1073/pnas.2311219120">
                  <a:extLst>
                    <a:ext uri="{A12FA001-AC4F-418D-AE19-62706E023703}">
                      <ahyp:hlinkClr xmlns:ahyp="http://schemas.microsoft.com/office/drawing/2018/hyperlinkcolor" val="tx"/>
                    </a:ext>
                  </a:extLst>
                </a:hlinkClick>
              </a:rPr>
              <a:t>Benegas 2023 PNAS</a:t>
            </a:r>
            <a:r>
              <a:rPr lang="en-US" sz="1000" b="0" i="0">
                <a:solidFill>
                  <a:srgbClr val="6B6B6B"/>
                </a:solidFill>
                <a:latin typeface="DejaVu Sans"/>
              </a:rPr>
              <a:t> · </a:t>
            </a:r>
            <a:r>
              <a:rPr lang="en-US" sz="1000" b="0" i="0" u="sng">
                <a:solidFill>
                  <a:srgbClr val="6B6B6B"/>
                </a:solidFill>
                <a:latin typeface="DejaVu Sans"/>
                <a:hlinkClick r:id="rId4" tooltip="https://doi.org/10.1126/science.ado9336">
                  <a:extLst>
                    <a:ext uri="{A12FA001-AC4F-418D-AE19-62706E023703}">
                      <ahyp:hlinkClr xmlns:ahyp="http://schemas.microsoft.com/office/drawing/2018/hyperlinkcolor" val="tx"/>
                    </a:ext>
                  </a:extLst>
                </a:hlinkClick>
              </a:rPr>
              <a:t>Nguyen 2024 Science</a:t>
            </a:r>
            <a:r>
              <a:rPr lang="en-US" sz="1000" b="0" i="0">
                <a:solidFill>
                  <a:srgbClr val="6B6B6B"/>
                </a:solidFill>
                <a:latin typeface="DejaVu Sans"/>
              </a:rPr>
              <a:t> · </a:t>
            </a:r>
            <a:r>
              <a:rPr lang="en-US" sz="1000" b="0" i="0" u="sng">
                <a:solidFill>
                  <a:srgbClr val="6B6B6B"/>
                </a:solidFill>
                <a:latin typeface="DejaVu Sans"/>
                <a:hlinkClick r:id="rId5" tooltip="https://doi.org/10.1038/s42003-024-06465-2">
                  <a:extLst>
                    <a:ext uri="{A12FA001-AC4F-418D-AE19-62706E023703}">
                      <ahyp:hlinkClr xmlns:ahyp="http://schemas.microsoft.com/office/drawing/2018/hyperlinkcolor" val="tx"/>
                    </a:ext>
                  </a:extLst>
                </a:hlinkClick>
              </a:rPr>
              <a:t>Mendoza-Revilla 2024 Commun Biol</a:t>
            </a:r>
            <a:r>
              <a:rPr lang="en-US" sz="1000" b="0" i="0">
                <a:solidFill>
                  <a:srgbClr val="6B6B6B"/>
                </a:solidFill>
                <a:latin typeface="DejaVu Sans"/>
              </a:rPr>
              <a:t> · </a:t>
            </a:r>
            <a:r>
              <a:rPr lang="en-US" sz="1000" b="0" i="0" u="sng">
                <a:solidFill>
                  <a:srgbClr val="6B6B6B"/>
                </a:solidFill>
                <a:latin typeface="DejaVu Sans"/>
                <a:hlinkClick r:id="rId6" tooltip="https://doi.org/10.1038/s42003-025-07890-7">
                  <a:extLst>
                    <a:ext uri="{A12FA001-AC4F-418D-AE19-62706E023703}">
                      <ahyp:hlinkClr xmlns:ahyp="http://schemas.microsoft.com/office/drawing/2018/hyperlinkcolor" val="tx"/>
                    </a:ext>
                  </a:extLst>
                </a:hlinkClick>
              </a:rPr>
              <a:t>DeBruin 2025 Commun Biol</a:t>
            </a:r>
            <a:r>
              <a:rPr lang="en-US" sz="1000" b="0" i="0">
                <a:solidFill>
                  <a:srgbClr val="6B6B6B"/>
                </a:solidFill>
                <a:latin typeface="DejaVu Sans"/>
              </a:rPr>
              <a:t> · </a:t>
            </a:r>
            <a:r>
              <a:rPr lang="en-US" sz="1000" b="0" i="0" u="sng">
                <a:solidFill>
                  <a:srgbClr val="6B6B6B"/>
                </a:solidFill>
                <a:latin typeface="DejaVu Sans"/>
                <a:hlinkClick r:id="rId7" tooltip="https://blog.google/innovation-and-ai/technology/research/indian-farmers-monsoon-prediction/">
                  <a:extLst>
                    <a:ext uri="{A12FA001-AC4F-418D-AE19-62706E023703}">
                      <ahyp:hlinkClr xmlns:ahyp="http://schemas.microsoft.com/office/drawing/2018/hyperlinkcolor" val="tx"/>
                    </a:ext>
                  </a:extLst>
                </a:hlinkClick>
              </a:rPr>
              <a:t>Google Research 2025 blog [empresa]</a:t>
            </a:r>
            <a:r>
              <a:rPr lang="en-US" sz="1000" b="0" i="0">
                <a:solidFill>
                  <a:srgbClr val="6B6B6B"/>
                </a:solidFill>
                <a:latin typeface="DejaVu Sans"/>
              </a:rPr>
              <a:t> · </a:t>
            </a:r>
            <a:r>
              <a:rPr lang="en-US" sz="1000" b="0" i="0" u="sng">
                <a:solidFill>
                  <a:srgbClr val="6B6B6B"/>
                </a:solidFill>
                <a:latin typeface="DejaVu Sans"/>
                <a:hlinkClick r:id="rId8" tooltip="https://doi.org/10.1038/s41586-026-10265-5">
                  <a:extLst>
                    <a:ext uri="{A12FA001-AC4F-418D-AE19-62706E023703}">
                      <ahyp:hlinkClr xmlns:ahyp="http://schemas.microsoft.com/office/drawing/2018/hyperlinkcolor" val="tx"/>
                    </a:ext>
                  </a:extLst>
                </a:hlinkClick>
              </a:rPr>
              <a:t>Lu 2026 Nature</a:t>
            </a:r>
            <a:r>
              <a:rPr lang="en-US" sz="1000" b="0" i="0">
                <a:solidFill>
                  <a:srgbClr val="6B6B6B"/>
                </a:solidFill>
                <a:latin typeface="DejaVu Sans"/>
              </a:rPr>
              <a:t> · </a:t>
            </a:r>
            <a:r>
              <a:rPr lang="en-US" sz="1000" b="0" i="0" u="sng">
                <a:solidFill>
                  <a:srgbClr val="6B6B6B"/>
                </a:solidFill>
                <a:latin typeface="DejaVu Sans"/>
                <a:hlinkClick r:id="rId9" tooltip="https://doi.org/10.1126/science.aec2657">
                  <a:extLst>
                    <a:ext uri="{A12FA001-AC4F-418D-AE19-62706E023703}">
                      <ahyp:hlinkClr xmlns:ahyp="http://schemas.microsoft.com/office/drawing/2018/hyperlinkcolor" val="tx"/>
                    </a:ext>
                  </a:extLst>
                </a:hlinkClick>
              </a:rPr>
              <a:t>King 2026 Science</a:t>
            </a:r>
            <a:endParaRPr sz="1000" b="0" i="0" u="sng">
              <a:solidFill>
                <a:srgbClr val="6B6B6B"/>
              </a:solidFill>
              <a:latin typeface="DejaVu Sans"/>
            </a:endParaRPr>
          </a:p>
        </p:txBody>
      </p:sp>
    </p:spTree>
    <p:extLst>
      <p:ext uri="{BB962C8B-B14F-4D97-AF65-F5344CB8AC3E}">
        <p14:creationId xmlns:p14="http://schemas.microsoft.com/office/powerpoint/2010/main" val="2515349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972800" cy="584775"/>
          </a:xfrm>
          <a:prstGeom prst="rect">
            <a:avLst/>
          </a:prstGeom>
          <a:noFill/>
        </p:spPr>
        <p:txBody>
          <a:bodyPr wrap="square" anchor="t">
            <a:spAutoFit/>
          </a:bodyPr>
          <a:lstStyle/>
          <a:p>
            <a:pPr algn="l">
              <a:lnSpc>
                <a:spcPct val="100000"/>
              </a:lnSpc>
            </a:pPr>
            <a:r>
              <a:rPr lang="pt-BR" sz="3200" b="1" i="0">
                <a:solidFill>
                  <a:srgbClr val="4A7C59"/>
                </a:solidFill>
                <a:latin typeface="DejaVu Serif"/>
              </a:rPr>
              <a:t>O pipeline inteiro está sendo reconstruído ao mesmo tempo</a:t>
            </a:r>
            <a:endParaRPr sz="3200" b="1" i="0">
              <a:solidFill>
                <a:srgbClr val="4A7C59"/>
              </a:solidFill>
              <a:latin typeface="DejaVu Serif"/>
            </a:endParaRPr>
          </a:p>
        </p:txBody>
      </p:sp>
      <p:sp>
        <p:nvSpPr>
          <p:cNvPr id="4" name="TextBox 3"/>
          <p:cNvSpPr txBox="1"/>
          <p:nvPr/>
        </p:nvSpPr>
        <p:spPr>
          <a:xfrm>
            <a:off x="548640" y="1400007"/>
            <a:ext cx="10972800" cy="338554"/>
          </a:xfrm>
          <a:prstGeom prst="rect">
            <a:avLst/>
          </a:prstGeom>
          <a:noFill/>
        </p:spPr>
        <p:txBody>
          <a:bodyPr wrap="square" anchor="t">
            <a:spAutoFit/>
          </a:bodyPr>
          <a:lstStyle/>
          <a:p>
            <a:pPr algn="l">
              <a:lnSpc>
                <a:spcPct val="100000"/>
              </a:lnSpc>
            </a:pPr>
            <a:r>
              <a:rPr lang="pt-BR" sz="1600" b="0" i="0" dirty="0">
                <a:solidFill>
                  <a:srgbClr val="6B6B6B"/>
                </a:solidFill>
                <a:latin typeface="DejaVu Sans"/>
              </a:rPr>
              <a:t>Seis pontos em que a IA entrou no melhoramento - do genoma à decisão</a:t>
            </a:r>
            <a:endParaRPr sz="1600" b="0" i="0" dirty="0">
              <a:solidFill>
                <a:srgbClr val="6B6B6B"/>
              </a:solidFill>
              <a:latin typeface="DejaVu Sans"/>
            </a:endParaRPr>
          </a:p>
        </p:txBody>
      </p:sp>
      <p:pic>
        <p:nvPicPr>
          <p:cNvPr id="5" name="Picture 4" descr="fig_pipeline.png"/>
          <p:cNvPicPr>
            <a:picLocks noChangeAspect="1"/>
          </p:cNvPicPr>
          <p:nvPr/>
        </p:nvPicPr>
        <p:blipFill>
          <a:blip r:embed="rId3"/>
          <a:stretch>
            <a:fillRect/>
          </a:stretch>
        </p:blipFill>
        <p:spPr>
          <a:xfrm>
            <a:off x="548640" y="1738561"/>
            <a:ext cx="11064240" cy="3688080"/>
          </a:xfrm>
          <a:prstGeom prst="rect">
            <a:avLst/>
          </a:prstGeom>
        </p:spPr>
      </p:pic>
      <p:sp>
        <p:nvSpPr>
          <p:cNvPr id="6" name="TextBox 5"/>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4" tooltip="https://doi.org/10.1016/j.xgen.2026.101329">
                  <a:extLst>
                    <a:ext uri="{A12FA001-AC4F-418D-AE19-62706E023703}">
                      <ahyp:hlinkClr xmlns:ahyp="http://schemas.microsoft.com/office/drawing/2018/hyperlinkcolor" val="tx"/>
                    </a:ext>
                  </a:extLst>
                </a:hlinkClick>
              </a:rPr>
              <a:t>Zhai 2026 Cell Genomics</a:t>
            </a:r>
            <a:r>
              <a:rPr lang="en-US" sz="1000" b="0" i="0">
                <a:solidFill>
                  <a:srgbClr val="6B6B6B"/>
                </a:solidFill>
                <a:latin typeface="DejaVu Sans"/>
              </a:rPr>
              <a:t> · </a:t>
            </a:r>
            <a:r>
              <a:rPr lang="en-US" sz="1000" b="0" i="0" u="sng">
                <a:solidFill>
                  <a:srgbClr val="6B6B6B"/>
                </a:solidFill>
                <a:latin typeface="DejaVu Sans"/>
                <a:hlinkClick r:id="rId5" tooltip="https://doi.org/10.1038/s42256-024-00946-z">
                  <a:extLst>
                    <a:ext uri="{A12FA001-AC4F-418D-AE19-62706E023703}">
                      <ahyp:hlinkClr xmlns:ahyp="http://schemas.microsoft.com/office/drawing/2018/hyperlinkcolor" val="tx"/>
                    </a:ext>
                  </a:extLst>
                </a:hlinkClick>
              </a:rPr>
              <a:t>Yu 2024 Nat Mach Intell</a:t>
            </a:r>
            <a:r>
              <a:rPr lang="en-US" sz="1000" b="0" i="0">
                <a:solidFill>
                  <a:srgbClr val="6B6B6B"/>
                </a:solidFill>
                <a:latin typeface="DejaVu Sans"/>
              </a:rPr>
              <a:t> · </a:t>
            </a:r>
            <a:r>
              <a:rPr lang="en-US" sz="1000" b="0" i="0" u="sng">
                <a:solidFill>
                  <a:srgbClr val="6B6B6B"/>
                </a:solidFill>
                <a:latin typeface="DejaVu Sans"/>
                <a:hlinkClick r:id="rId6" tooltip="https://doi.org/10.1126/science.ado9336">
                  <a:extLst>
                    <a:ext uri="{A12FA001-AC4F-418D-AE19-62706E023703}">
                      <ahyp:hlinkClr xmlns:ahyp="http://schemas.microsoft.com/office/drawing/2018/hyperlinkcolor" val="tx"/>
                    </a:ext>
                  </a:extLst>
                </a:hlinkClick>
              </a:rPr>
              <a:t>Nguyen 2024 Science</a:t>
            </a:r>
            <a:r>
              <a:rPr lang="en-US" sz="1000" b="0" i="0">
                <a:solidFill>
                  <a:srgbClr val="6B6B6B"/>
                </a:solidFill>
                <a:latin typeface="DejaVu Sans"/>
              </a:rPr>
              <a:t> · </a:t>
            </a:r>
            <a:r>
              <a:rPr lang="en-US" sz="1000" b="0" i="0" u="sng">
                <a:solidFill>
                  <a:srgbClr val="6B6B6B"/>
                </a:solidFill>
                <a:latin typeface="DejaVu Sans"/>
                <a:hlinkClick r:id="rId7" tooltip="https://doi.org/10.1109/iccv51070.2023.00371">
                  <a:extLst>
                    <a:ext uri="{A12FA001-AC4F-418D-AE19-62706E023703}">
                      <ahyp:hlinkClr xmlns:ahyp="http://schemas.microsoft.com/office/drawing/2018/hyperlinkcolor" val="tx"/>
                    </a:ext>
                  </a:extLst>
                </a:hlinkClick>
              </a:rPr>
              <a:t>Kirillov 2023 ICCV</a:t>
            </a:r>
            <a:r>
              <a:rPr lang="en-US" sz="1000" b="0" i="0">
                <a:solidFill>
                  <a:srgbClr val="6B6B6B"/>
                </a:solidFill>
                <a:latin typeface="DejaVu Sans"/>
              </a:rPr>
              <a:t> · </a:t>
            </a:r>
            <a:r>
              <a:rPr lang="en-US" sz="1000" b="0" i="0" u="sng">
                <a:solidFill>
                  <a:srgbClr val="6B6B6B"/>
                </a:solidFill>
                <a:latin typeface="DejaVu Sans"/>
                <a:hlinkClick r:id="rId8" tooltip="https://doi.org/10.1126/science.adi2336">
                  <a:extLst>
                    <a:ext uri="{A12FA001-AC4F-418D-AE19-62706E023703}">
                      <ahyp:hlinkClr xmlns:ahyp="http://schemas.microsoft.com/office/drawing/2018/hyperlinkcolor" val="tx"/>
                    </a:ext>
                  </a:extLst>
                </a:hlinkClick>
              </a:rPr>
              <a:t>Lam 2023 Science</a:t>
            </a:r>
            <a:r>
              <a:rPr lang="en-US" sz="1000" b="0" i="0">
                <a:solidFill>
                  <a:srgbClr val="6B6B6B"/>
                </a:solidFill>
                <a:latin typeface="DejaVu Sans"/>
              </a:rPr>
              <a:t> · </a:t>
            </a:r>
            <a:r>
              <a:rPr lang="en-US" sz="1000" b="0" i="0" u="sng">
                <a:solidFill>
                  <a:srgbClr val="6B6B6B"/>
                </a:solidFill>
                <a:latin typeface="DejaVu Sans"/>
                <a:hlinkClick r:id="rId9" tooltip="https://doi.org/10.1371/journal.pcbi.1013729">
                  <a:extLst>
                    <a:ext uri="{A12FA001-AC4F-418D-AE19-62706E023703}">
                      <ahyp:hlinkClr xmlns:ahyp="http://schemas.microsoft.com/office/drawing/2018/hyperlinkcolor" val="tx"/>
                    </a:ext>
                  </a:extLst>
                </a:hlinkClick>
              </a:rPr>
              <a:t>Morshedian 2026 PLOS Comput Biol</a:t>
            </a:r>
            <a:endParaRPr sz="1000" b="0" i="0" u="sng">
              <a:solidFill>
                <a:srgbClr val="6B6B6B"/>
              </a:solidFill>
              <a:latin typeface="DejaVu Sans"/>
            </a:endParaRPr>
          </a:p>
        </p:txBody>
      </p:sp>
    </p:spTree>
    <p:extLst>
      <p:ext uri="{BB962C8B-B14F-4D97-AF65-F5344CB8AC3E}">
        <p14:creationId xmlns:p14="http://schemas.microsoft.com/office/powerpoint/2010/main" val="3888067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A7C59"/>
        </a:solidFill>
        <a:effectLst/>
      </p:bgPr>
    </p:bg>
    <p:spTree>
      <p:nvGrpSpPr>
        <p:cNvPr id="1" name=""/>
        <p:cNvGrpSpPr/>
        <p:nvPr/>
      </p:nvGrpSpPr>
      <p:grpSpPr>
        <a:xfrm>
          <a:off x="0" y="0"/>
          <a:ext cx="0" cy="0"/>
          <a:chOff x="0" y="0"/>
          <a:chExt cx="0" cy="0"/>
        </a:xfrm>
      </p:grpSpPr>
      <p:sp>
        <p:nvSpPr>
          <p:cNvPr id="2" name="TextBox 1"/>
          <p:cNvSpPr txBox="1"/>
          <p:nvPr/>
        </p:nvSpPr>
        <p:spPr>
          <a:xfrm>
            <a:off x="944880" y="2840153"/>
            <a:ext cx="10241280" cy="769441"/>
          </a:xfrm>
          <a:prstGeom prst="rect">
            <a:avLst/>
          </a:prstGeom>
          <a:noFill/>
        </p:spPr>
        <p:txBody>
          <a:bodyPr wrap="square" anchor="t">
            <a:spAutoFit/>
          </a:bodyPr>
          <a:lstStyle/>
          <a:p>
            <a:pPr algn="l">
              <a:lnSpc>
                <a:spcPct val="100000"/>
              </a:lnSpc>
            </a:pPr>
            <a:r>
              <a:rPr lang="en-US" sz="4400" b="1" i="0" dirty="0" err="1">
                <a:solidFill>
                  <a:srgbClr val="FFFFFF"/>
                </a:solidFill>
                <a:latin typeface="DejaVu Serif"/>
              </a:rPr>
              <a:t>Parte</a:t>
            </a:r>
            <a:r>
              <a:rPr lang="en-US" sz="4400" b="1" i="0" dirty="0">
                <a:solidFill>
                  <a:srgbClr val="FFFFFF"/>
                </a:solidFill>
                <a:latin typeface="DejaVu Serif"/>
              </a:rPr>
              <a:t> 1 - Lendo </a:t>
            </a:r>
            <a:r>
              <a:rPr lang="en-US" sz="4400" b="1" i="0" dirty="0" err="1">
                <a:solidFill>
                  <a:srgbClr val="FFFFFF"/>
                </a:solidFill>
                <a:latin typeface="DejaVu Serif"/>
              </a:rPr>
              <a:t>genomas</a:t>
            </a:r>
            <a:endParaRPr sz="4400" b="1" i="0" dirty="0">
              <a:solidFill>
                <a:srgbClr val="FFFFFF"/>
              </a:solidFill>
              <a:latin typeface="DejaVu Serif"/>
            </a:endParaRPr>
          </a:p>
        </p:txBody>
      </p:sp>
      <p:sp>
        <p:nvSpPr>
          <p:cNvPr id="3" name="TextBox 2"/>
          <p:cNvSpPr txBox="1"/>
          <p:nvPr/>
        </p:nvSpPr>
        <p:spPr>
          <a:xfrm>
            <a:off x="1005840" y="3703320"/>
            <a:ext cx="10241280" cy="455509"/>
          </a:xfrm>
          <a:prstGeom prst="rect">
            <a:avLst/>
          </a:prstGeom>
          <a:noFill/>
        </p:spPr>
        <p:txBody>
          <a:bodyPr wrap="square" anchor="t">
            <a:spAutoFit/>
          </a:bodyPr>
          <a:lstStyle/>
          <a:p>
            <a:pPr algn="l">
              <a:lnSpc>
                <a:spcPct val="120000"/>
              </a:lnSpc>
            </a:pPr>
            <a:r>
              <a:rPr lang="pt-BR" sz="2200" b="0" i="0">
                <a:solidFill>
                  <a:srgbClr val="D8E4DA"/>
                </a:solidFill>
                <a:latin typeface="DejaVu Sans"/>
              </a:rPr>
              <a:t>Modelos de fundação que aprendem a linguagem do DNA de plantas</a:t>
            </a:r>
            <a:endParaRPr sz="2200" b="0" i="0">
              <a:solidFill>
                <a:srgbClr val="D8E4DA"/>
              </a:solidFill>
              <a:latin typeface="DejaVu Sans"/>
            </a:endParaRPr>
          </a:p>
        </p:txBody>
      </p:sp>
      <p:sp>
        <p:nvSpPr>
          <p:cNvPr id="4" name="Rectangle 3"/>
          <p:cNvSpPr/>
          <p:nvPr/>
        </p:nvSpPr>
        <p:spPr>
          <a:xfrm>
            <a:off x="1005840" y="3584448"/>
            <a:ext cx="2011680" cy="50292"/>
          </a:xfrm>
          <a:prstGeom prst="rect">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576811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972800" cy="584775"/>
          </a:xfrm>
          <a:prstGeom prst="rect">
            <a:avLst/>
          </a:prstGeom>
          <a:noFill/>
        </p:spPr>
        <p:txBody>
          <a:bodyPr wrap="square" anchor="t">
            <a:spAutoFit/>
          </a:bodyPr>
          <a:lstStyle/>
          <a:p>
            <a:pPr algn="l">
              <a:lnSpc>
                <a:spcPct val="100000"/>
              </a:lnSpc>
            </a:pPr>
            <a:r>
              <a:rPr lang="pt-BR" sz="3200" b="1" i="0">
                <a:solidFill>
                  <a:srgbClr val="4A7C59"/>
                </a:solidFill>
                <a:latin typeface="DejaVu Serif"/>
              </a:rPr>
              <a:t>Como um modelo de linguagem de DNA aprende</a:t>
            </a:r>
            <a:endParaRPr sz="3200" b="1" i="0">
              <a:solidFill>
                <a:srgbClr val="4A7C59"/>
              </a:solidFill>
              <a:latin typeface="DejaVu Serif"/>
            </a:endParaRPr>
          </a:p>
        </p:txBody>
      </p:sp>
      <p:sp>
        <p:nvSpPr>
          <p:cNvPr id="4" name="TextBox 3"/>
          <p:cNvSpPr txBox="1"/>
          <p:nvPr/>
        </p:nvSpPr>
        <p:spPr>
          <a:xfrm>
            <a:off x="640080" y="1386367"/>
            <a:ext cx="10972800" cy="338554"/>
          </a:xfrm>
          <a:prstGeom prst="rect">
            <a:avLst/>
          </a:prstGeom>
          <a:noFill/>
        </p:spPr>
        <p:txBody>
          <a:bodyPr wrap="square" anchor="t">
            <a:spAutoFit/>
          </a:bodyPr>
          <a:lstStyle/>
          <a:p>
            <a:pPr algn="l">
              <a:lnSpc>
                <a:spcPct val="100000"/>
              </a:lnSpc>
            </a:pPr>
            <a:r>
              <a:rPr lang="pt-BR" sz="1600" b="0" i="0" dirty="0">
                <a:solidFill>
                  <a:srgbClr val="6B6B6B"/>
                </a:solidFill>
                <a:latin typeface="DejaVu Sans"/>
              </a:rPr>
              <a:t>O mesmo truque de um LLM de texto: esconder um token, prevê-lo e repetir bilhões de vezes</a:t>
            </a:r>
            <a:endParaRPr sz="1600" b="0" i="0" dirty="0">
              <a:solidFill>
                <a:srgbClr val="6B6B6B"/>
              </a:solidFill>
              <a:latin typeface="DejaVu Sans"/>
            </a:endParaRPr>
          </a:p>
        </p:txBody>
      </p:sp>
      <p:pic>
        <p:nvPicPr>
          <p:cNvPr id="5" name="Picture 4" descr="fig_dnalm.png"/>
          <p:cNvPicPr>
            <a:picLocks noChangeAspect="1"/>
          </p:cNvPicPr>
          <p:nvPr/>
        </p:nvPicPr>
        <p:blipFill>
          <a:blip r:embed="rId3"/>
          <a:stretch>
            <a:fillRect/>
          </a:stretch>
        </p:blipFill>
        <p:spPr>
          <a:xfrm>
            <a:off x="1063775" y="1798323"/>
            <a:ext cx="9460970" cy="4376220"/>
          </a:xfrm>
          <a:prstGeom prst="rect">
            <a:avLst/>
          </a:prstGeom>
        </p:spPr>
      </p:pic>
      <p:sp>
        <p:nvSpPr>
          <p:cNvPr id="6" name="TextBox 5"/>
          <p:cNvSpPr txBox="1"/>
          <p:nvPr/>
        </p:nvSpPr>
        <p:spPr>
          <a:xfrm>
            <a:off x="502920" y="6144768"/>
            <a:ext cx="11201400" cy="243593"/>
          </a:xfrm>
          <a:prstGeom prst="rect">
            <a:avLst/>
          </a:prstGeom>
          <a:noFill/>
        </p:spPr>
        <p:txBody>
          <a:bodyPr wrap="square" anchor="t">
            <a:spAutoFit/>
          </a:bodyPr>
          <a:lstStyle/>
          <a:p>
            <a:pPr algn="l">
              <a:lnSpc>
                <a:spcPct val="108000"/>
              </a:lnSpc>
            </a:pPr>
            <a:r>
              <a:rPr lang="pt-BR" sz="1000" b="0" i="0" u="sng">
                <a:solidFill>
                  <a:srgbClr val="6B6B6B"/>
                </a:solidFill>
                <a:latin typeface="DejaVu Sans"/>
                <a:hlinkClick r:id="rId4" tooltip="https://doi.org/10.1073/pnas.2311219120">
                  <a:extLst>
                    <a:ext uri="{A12FA001-AC4F-418D-AE19-62706E023703}">
                      <ahyp:hlinkClr xmlns:ahyp="http://schemas.microsoft.com/office/drawing/2018/hyperlinkcolor" val="tx"/>
                    </a:ext>
                  </a:extLst>
                </a:hlinkClick>
              </a:rPr>
              <a:t>Benegas 2023 PNAS</a:t>
            </a:r>
            <a:r>
              <a:rPr lang="pt-BR" sz="1000" b="0" i="0">
                <a:solidFill>
                  <a:srgbClr val="6B6B6B"/>
                </a:solidFill>
                <a:latin typeface="DejaVu Sans"/>
              </a:rPr>
              <a:t> · </a:t>
            </a:r>
            <a:r>
              <a:rPr lang="pt-BR" sz="1000" b="0" i="0" u="sng">
                <a:solidFill>
                  <a:srgbClr val="6B6B6B"/>
                </a:solidFill>
                <a:latin typeface="DejaVu Sans"/>
                <a:hlinkClick r:id="rId5" tooltip="https://doi.org/10.1073/pnas.2421738122">
                  <a:extLst>
                    <a:ext uri="{A12FA001-AC4F-418D-AE19-62706E023703}">
                      <ahyp:hlinkClr xmlns:ahyp="http://schemas.microsoft.com/office/drawing/2018/hyperlinkcolor" val="tx"/>
                    </a:ext>
                  </a:extLst>
                </a:hlinkClick>
              </a:rPr>
              <a:t>Zhai 2025 PNAS</a:t>
            </a:r>
            <a:endParaRPr sz="1000" b="0" i="0" u="sng">
              <a:solidFill>
                <a:srgbClr val="6B6B6B"/>
              </a:solidFill>
              <a:latin typeface="DejaVu Sans"/>
            </a:endParaRPr>
          </a:p>
        </p:txBody>
      </p:sp>
    </p:spTree>
    <p:extLst>
      <p:ext uri="{BB962C8B-B14F-4D97-AF65-F5344CB8AC3E}">
        <p14:creationId xmlns:p14="http://schemas.microsoft.com/office/powerpoint/2010/main" val="2812962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dirty="0"/>
          </a:p>
        </p:txBody>
      </p:sp>
      <p:sp>
        <p:nvSpPr>
          <p:cNvPr id="3" name="TextBox 2"/>
          <p:cNvSpPr txBox="1"/>
          <p:nvPr/>
        </p:nvSpPr>
        <p:spPr>
          <a:xfrm>
            <a:off x="640080" y="365760"/>
            <a:ext cx="10972800" cy="584775"/>
          </a:xfrm>
          <a:prstGeom prst="rect">
            <a:avLst/>
          </a:prstGeom>
          <a:noFill/>
        </p:spPr>
        <p:txBody>
          <a:bodyPr wrap="square" anchor="t">
            <a:spAutoFit/>
          </a:bodyPr>
          <a:lstStyle/>
          <a:p>
            <a:pPr algn="l">
              <a:lnSpc>
                <a:spcPct val="100000"/>
              </a:lnSpc>
            </a:pPr>
            <a:r>
              <a:rPr lang="pt-BR" sz="3200" b="1" i="0">
                <a:solidFill>
                  <a:srgbClr val="4A7C59"/>
                </a:solidFill>
                <a:latin typeface="DejaVu Serif"/>
              </a:rPr>
              <a:t>O especialista vence o gigante</a:t>
            </a:r>
            <a:endParaRPr sz="3200" b="1" i="0">
              <a:solidFill>
                <a:srgbClr val="4A7C59"/>
              </a:solidFill>
              <a:latin typeface="DejaVu Serif"/>
            </a:endParaRPr>
          </a:p>
        </p:txBody>
      </p:sp>
      <p:sp>
        <p:nvSpPr>
          <p:cNvPr id="4" name="TextBox 3"/>
          <p:cNvSpPr txBox="1"/>
          <p:nvPr/>
        </p:nvSpPr>
        <p:spPr>
          <a:xfrm>
            <a:off x="640080" y="987552"/>
            <a:ext cx="10972800" cy="342900"/>
          </a:xfrm>
          <a:prstGeom prst="rect">
            <a:avLst/>
          </a:prstGeom>
          <a:noFill/>
        </p:spPr>
        <p:txBody>
          <a:bodyPr wrap="square" anchor="t">
            <a:spAutoFit/>
          </a:bodyPr>
          <a:lstStyle/>
          <a:p>
            <a:pPr algn="l">
              <a:lnSpc>
                <a:spcPct val="100000"/>
              </a:lnSpc>
            </a:pPr>
            <a:r>
              <a:rPr lang="pt-BR" sz="1600" b="0" i="0">
                <a:solidFill>
                  <a:srgbClr val="6B6B6B"/>
                </a:solidFill>
                <a:latin typeface="DejaVu Sans"/>
              </a:rPr>
              <a:t>Conhecimento de domínio vale mais que escala - e o próximo salto é o pangenoma</a:t>
            </a:r>
            <a:endParaRPr sz="1600" b="0" i="0">
              <a:solidFill>
                <a:srgbClr val="6B6B6B"/>
              </a:solidFill>
              <a:latin typeface="DejaVu Sans"/>
            </a:endParaRPr>
          </a:p>
        </p:txBody>
      </p:sp>
      <p:pic>
        <p:nvPicPr>
          <p:cNvPr id="5" name="Picture 4" descr="fig_model_scale.png"/>
          <p:cNvPicPr>
            <a:picLocks noChangeAspect="1"/>
          </p:cNvPicPr>
          <p:nvPr/>
        </p:nvPicPr>
        <p:blipFill>
          <a:blip r:embed="rId3"/>
          <a:stretch>
            <a:fillRect/>
          </a:stretch>
        </p:blipFill>
        <p:spPr>
          <a:xfrm>
            <a:off x="508000" y="2310597"/>
            <a:ext cx="5461000" cy="2871807"/>
          </a:xfrm>
          <a:prstGeom prst="rect">
            <a:avLst/>
          </a:prstGeom>
        </p:spPr>
      </p:pic>
      <p:sp>
        <p:nvSpPr>
          <p:cNvPr id="6" name="TextBox 5"/>
          <p:cNvSpPr txBox="1"/>
          <p:nvPr/>
        </p:nvSpPr>
        <p:spPr>
          <a:xfrm>
            <a:off x="502920" y="6144768"/>
            <a:ext cx="11201400" cy="248209"/>
          </a:xfrm>
          <a:prstGeom prst="rect">
            <a:avLst/>
          </a:prstGeom>
          <a:noFill/>
        </p:spPr>
        <p:txBody>
          <a:bodyPr wrap="square" anchor="t">
            <a:spAutoFit/>
          </a:bodyPr>
          <a:lstStyle/>
          <a:p>
            <a:pPr algn="l">
              <a:lnSpc>
                <a:spcPct val="108000"/>
              </a:lnSpc>
            </a:pPr>
            <a:r>
              <a:rPr lang="en-US" sz="1000" b="0" i="0" u="sng">
                <a:solidFill>
                  <a:srgbClr val="6B6B6B"/>
                </a:solidFill>
                <a:latin typeface="DejaVu Sans" panose="020B0603030804020204" pitchFamily="34" charset="0"/>
                <a:hlinkClick r:id="rId4" tooltip="https://doi.org/10.1016/j.xgen.2026.101329">
                  <a:extLst>
                    <a:ext uri="{A12FA001-AC4F-418D-AE19-62706E023703}">
                      <ahyp:hlinkClr xmlns:ahyp="http://schemas.microsoft.com/office/drawing/2018/hyperlinkcolor" val="tx"/>
                    </a:ext>
                  </a:extLst>
                </a:hlinkClick>
              </a:rPr>
              <a:t>Zhai 2026 Cell Genomics</a:t>
            </a:r>
            <a:r>
              <a:rPr lang="en-US" sz="1000" b="0" i="0">
                <a:solidFill>
                  <a:srgbClr val="6B6B6B"/>
                </a:solidFill>
                <a:latin typeface="DejaVu Sans" panose="020B0603030804020204" pitchFamily="34" charset="0"/>
              </a:rPr>
              <a:t> · </a:t>
            </a:r>
            <a:r>
              <a:rPr lang="en-US" sz="1000" b="0" i="0" u="sng">
                <a:solidFill>
                  <a:srgbClr val="6B6B6B"/>
                </a:solidFill>
                <a:latin typeface="DejaVu Sans" panose="020B0603030804020204" pitchFamily="34" charset="0"/>
                <a:hlinkClick r:id="rId5" tooltip="https://doi.org/10.1101/2025.02.18.638918">
                  <a:extLst>
                    <a:ext uri="{A12FA001-AC4F-418D-AE19-62706E023703}">
                      <ahyp:hlinkClr xmlns:ahyp="http://schemas.microsoft.com/office/drawing/2018/hyperlinkcolor" val="tx"/>
                    </a:ext>
                  </a:extLst>
                </a:hlinkClick>
              </a:rPr>
              <a:t>Brixi 2025 bioRxiv [preprint]</a:t>
            </a:r>
            <a:r>
              <a:rPr lang="en-US" sz="1000" b="0" i="0">
                <a:solidFill>
                  <a:srgbClr val="6B6B6B"/>
                </a:solidFill>
                <a:latin typeface="DejaVu Sans" panose="020B0603030804020204" pitchFamily="34" charset="0"/>
              </a:rPr>
              <a:t> · </a:t>
            </a:r>
            <a:r>
              <a:rPr lang="en-US" sz="1000" b="0" i="0" u="sng">
                <a:solidFill>
                  <a:srgbClr val="6B6B6B"/>
                </a:solidFill>
                <a:latin typeface="DejaVu Sans" panose="020B0603030804020204" pitchFamily="34" charset="0"/>
                <a:hlinkClick r:id="rId6" tooltip="https://doi.org/10.64898/2026.04.21.719822">
                  <a:extLst>
                    <a:ext uri="{A12FA001-AC4F-418D-AE19-62706E023703}">
                      <ahyp:hlinkClr xmlns:ahyp="http://schemas.microsoft.com/office/drawing/2018/hyperlinkcolor" val="tx"/>
                    </a:ext>
                  </a:extLst>
                </a:hlinkClick>
              </a:rPr>
              <a:t>Qian 2026 bioRxiv [preprint]</a:t>
            </a:r>
            <a:r>
              <a:rPr lang="en-US" sz="1000" b="0" i="0">
                <a:solidFill>
                  <a:srgbClr val="6B6B6B"/>
                </a:solidFill>
                <a:latin typeface="DejaVu Sans" panose="020B0603030804020204" pitchFamily="34" charset="0"/>
              </a:rPr>
              <a:t> · </a:t>
            </a:r>
            <a:r>
              <a:rPr lang="en-US" sz="1000" b="0" i="0" u="sng">
                <a:solidFill>
                  <a:srgbClr val="6B6B6B"/>
                </a:solidFill>
                <a:latin typeface="DejaVu Sans" panose="020B0603030804020204" pitchFamily="34" charset="0"/>
                <a:hlinkClick r:id="rId7" tooltip="https://doi.org/10.1016/j.xplc.2025.101626">
                  <a:extLst>
                    <a:ext uri="{A12FA001-AC4F-418D-AE19-62706E023703}">
                      <ahyp:hlinkClr xmlns:ahyp="http://schemas.microsoft.com/office/drawing/2018/hyperlinkcolor" val="tx"/>
                    </a:ext>
                  </a:extLst>
                </a:hlinkClick>
              </a:rPr>
              <a:t>Wang 2026 Plant Commun</a:t>
            </a:r>
            <a:r>
              <a:rPr lang="en-US" sz="1000" b="0" i="0">
                <a:solidFill>
                  <a:srgbClr val="6B6B6B"/>
                </a:solidFill>
                <a:latin typeface="DejaVu Sans" panose="020B0603030804020204" pitchFamily="34" charset="0"/>
              </a:rPr>
              <a:t> · </a:t>
            </a:r>
            <a:r>
              <a:rPr lang="en-US" sz="1000" b="0" i="0" u="sng">
                <a:solidFill>
                  <a:srgbClr val="6B6B6B"/>
                </a:solidFill>
                <a:latin typeface="DejaVu Sans" panose="020B0603030804020204" pitchFamily="34" charset="0"/>
                <a:hlinkClick r:id="rId8" tooltip="https://doi.org/10.1038/s41587-024-02511-w">
                  <a:extLst>
                    <a:ext uri="{A12FA001-AC4F-418D-AE19-62706E023703}">
                      <ahyp:hlinkClr xmlns:ahyp="http://schemas.microsoft.com/office/drawing/2018/hyperlinkcolor" val="tx"/>
                    </a:ext>
                  </a:extLst>
                </a:hlinkClick>
              </a:rPr>
              <a:t>Benegas 2025 Nat Biotechnol</a:t>
            </a:r>
            <a:endParaRPr sz="1000" b="0" i="0" u="sng">
              <a:solidFill>
                <a:srgbClr val="6B6B6B"/>
              </a:solidFill>
              <a:latin typeface="DejaVu Sans" panose="020B0603030804020204" pitchFamily="34" charset="0"/>
            </a:endParaRPr>
          </a:p>
        </p:txBody>
      </p:sp>
      <p:sp>
        <p:nvSpPr>
          <p:cNvPr id="7" name="RightBullets">
            <a:extLst>
              <a:ext uri="{FF2B5EF4-FFF2-40B4-BE49-F238E27FC236}">
                <a16:creationId xmlns:a16="http://schemas.microsoft.com/office/drawing/2014/main" id="{5A3359FB-F8EE-4396-6269-B0D31C9BD9F4}"/>
              </a:ext>
            </a:extLst>
          </p:cNvPr>
          <p:cNvSpPr txBox="1"/>
          <p:nvPr/>
        </p:nvSpPr>
        <p:spPr>
          <a:xfrm>
            <a:off x="6172200" y="1498600"/>
            <a:ext cx="5511800" cy="4495800"/>
          </a:xfrm>
          <a:prstGeom prst="rect">
            <a:avLst/>
          </a:prstGeom>
          <a:noFill/>
        </p:spPr>
        <p:txBody>
          <a:bodyPr vert="horz" wrap="square" lIns="91440" tIns="25400" rIns="91440" bIns="25400" rtlCol="0" anchor="ctr">
            <a:noAutofit/>
          </a:bodyPr>
          <a:lstStyle/>
          <a:p>
            <a:pPr marL="254000" indent="-254000">
              <a:lnSpc>
                <a:spcPct val="92000"/>
              </a:lnSpc>
              <a:spcBef>
                <a:spcPts val="800"/>
              </a:spcBef>
              <a:spcAft>
                <a:spcPts val="800"/>
              </a:spcAft>
              <a:buClr>
                <a:srgbClr val="F9A620"/>
              </a:buClr>
              <a:buFont typeface="+mj-lt"/>
              <a:buChar char="•"/>
            </a:pPr>
            <a:r>
              <a:rPr lang="pt-BR">
                <a:solidFill>
                  <a:srgbClr val="2E3A2F"/>
                </a:solidFill>
                <a:latin typeface="DejaVu Sans" panose="020B0603030804020204" pitchFamily="34" charset="0"/>
              </a:rPr>
              <a:t>PlantCAD2 (0,676 bi de parâmetros, 65 genomas de plantas) superou o Evo 2 (7 bi, todos os domínios da vida) em 10 de 12 tarefas zero-shot</a:t>
            </a:r>
          </a:p>
          <a:p>
            <a:pPr marL="254000" indent="-254000">
              <a:lnSpc>
                <a:spcPct val="92000"/>
              </a:lnSpc>
              <a:spcBef>
                <a:spcPts val="800"/>
              </a:spcBef>
              <a:spcAft>
                <a:spcPts val="800"/>
              </a:spcAft>
              <a:buClr>
                <a:srgbClr val="F9A620"/>
              </a:buClr>
              <a:buFont typeface="+mj-lt"/>
              <a:buChar char="•"/>
            </a:pPr>
            <a:r>
              <a:rPr lang="pt-BR">
                <a:solidFill>
                  <a:srgbClr val="2E3A2F"/>
                </a:solidFill>
                <a:latin typeface="DejaVu Sans" panose="020B0603030804020204" pitchFamily="34" charset="0"/>
              </a:rPr>
              <a:t>OneGenome-Rice: 1,25 bi de parâmetros sobre 422 genomas de arroz cultivado e silvestre, contexto de até 1 Mb (preprint)</a:t>
            </a:r>
          </a:p>
          <a:p>
            <a:pPr marL="254000" indent="-254000">
              <a:lnSpc>
                <a:spcPct val="92000"/>
              </a:lnSpc>
              <a:spcBef>
                <a:spcPts val="800"/>
              </a:spcBef>
              <a:spcAft>
                <a:spcPts val="800"/>
              </a:spcAft>
              <a:buClr>
                <a:srgbClr val="F9A620"/>
              </a:buClr>
              <a:buFont typeface="+mj-lt"/>
              <a:buChar char="•"/>
            </a:pPr>
            <a:r>
              <a:rPr lang="pt-BR">
                <a:solidFill>
                  <a:srgbClr val="2E3A2F"/>
                </a:solidFill>
                <a:latin typeface="DejaVu Sans" panose="020B0603030804020204" pitchFamily="34" charset="0"/>
              </a:rPr>
              <a:t>Setaria: pangenoma em grafo + ML interpretável priorizou uma inserção Copia de 5.002 pb que um GWAS só de SNPs não veria</a:t>
            </a:r>
          </a:p>
          <a:p>
            <a:pPr marL="254000" indent="-254000">
              <a:lnSpc>
                <a:spcPct val="92000"/>
              </a:lnSpc>
              <a:spcBef>
                <a:spcPts val="800"/>
              </a:spcBef>
              <a:spcAft>
                <a:spcPts val="800"/>
              </a:spcAft>
              <a:buClr>
                <a:srgbClr val="F9A620"/>
              </a:buClr>
              <a:buFont typeface="+mj-lt"/>
              <a:buChar char="•"/>
            </a:pPr>
            <a:r>
              <a:rPr lang="pt-BR">
                <a:solidFill>
                  <a:srgbClr val="2E3A2F"/>
                </a:solidFill>
                <a:latin typeface="DejaVu Sans" panose="020B0603030804020204" pitchFamily="34" charset="0"/>
              </a:rPr>
              <a:t>Próximo passo: um modelo por cultura pontuando cada variante do pangenoma - como o GPN-MSA fez com ~9 bilhões de SNVs humanos</a:t>
            </a:r>
            <a:endParaRPr lang="en-US">
              <a:solidFill>
                <a:srgbClr val="2E3A2F"/>
              </a:solidFill>
              <a:latin typeface="DejaVu Sans" panose="020B0603030804020204" pitchFamily="34" charset="0"/>
            </a:endParaRPr>
          </a:p>
        </p:txBody>
      </p:sp>
    </p:spTree>
    <p:extLst>
      <p:ext uri="{BB962C8B-B14F-4D97-AF65-F5344CB8AC3E}">
        <p14:creationId xmlns:p14="http://schemas.microsoft.com/office/powerpoint/2010/main" val="154061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A7C59"/>
        </a:solidFill>
        <a:effectLst/>
      </p:bgPr>
    </p:bg>
    <p:spTree>
      <p:nvGrpSpPr>
        <p:cNvPr id="1" name=""/>
        <p:cNvGrpSpPr/>
        <p:nvPr/>
      </p:nvGrpSpPr>
      <p:grpSpPr>
        <a:xfrm>
          <a:off x="0" y="0"/>
          <a:ext cx="0" cy="0"/>
          <a:chOff x="0" y="0"/>
          <a:chExt cx="0" cy="0"/>
        </a:xfrm>
      </p:grpSpPr>
      <p:sp>
        <p:nvSpPr>
          <p:cNvPr id="2" name="TextBox 1"/>
          <p:cNvSpPr txBox="1"/>
          <p:nvPr/>
        </p:nvSpPr>
        <p:spPr>
          <a:xfrm>
            <a:off x="1005840" y="2247626"/>
            <a:ext cx="10241280" cy="1446550"/>
          </a:xfrm>
          <a:prstGeom prst="rect">
            <a:avLst/>
          </a:prstGeom>
          <a:noFill/>
        </p:spPr>
        <p:txBody>
          <a:bodyPr wrap="square" anchor="t">
            <a:spAutoFit/>
          </a:bodyPr>
          <a:lstStyle/>
          <a:p>
            <a:pPr algn="l">
              <a:lnSpc>
                <a:spcPct val="100000"/>
              </a:lnSpc>
            </a:pPr>
            <a:r>
              <a:rPr lang="pt-BR" sz="4400" b="1" i="0" dirty="0">
                <a:solidFill>
                  <a:srgbClr val="FFFFFF"/>
                </a:solidFill>
                <a:latin typeface="DejaVu Serif"/>
              </a:rPr>
              <a:t>Parte 2 - Desenhando moléculas, proteínas e eventos</a:t>
            </a:r>
            <a:endParaRPr sz="4400" b="1" i="0" dirty="0">
              <a:solidFill>
                <a:srgbClr val="FFFFFF"/>
              </a:solidFill>
              <a:latin typeface="DejaVu Serif"/>
            </a:endParaRPr>
          </a:p>
        </p:txBody>
      </p:sp>
      <p:sp>
        <p:nvSpPr>
          <p:cNvPr id="3" name="TextBox 2"/>
          <p:cNvSpPr txBox="1"/>
          <p:nvPr/>
        </p:nvSpPr>
        <p:spPr>
          <a:xfrm>
            <a:off x="1005840" y="3703320"/>
            <a:ext cx="10241280" cy="861774"/>
          </a:xfrm>
          <a:prstGeom prst="rect">
            <a:avLst/>
          </a:prstGeom>
          <a:noFill/>
        </p:spPr>
        <p:txBody>
          <a:bodyPr wrap="square" anchor="t">
            <a:spAutoFit/>
          </a:bodyPr>
          <a:lstStyle/>
          <a:p>
            <a:pPr algn="l">
              <a:lnSpc>
                <a:spcPct val="120000"/>
              </a:lnSpc>
            </a:pPr>
            <a:r>
              <a:rPr lang="pt-BR" sz="2200" b="0" i="0">
                <a:solidFill>
                  <a:srgbClr val="D8E4DA"/>
                </a:solidFill>
                <a:latin typeface="DejaVu Sans"/>
              </a:rPr>
              <a:t>Quando o produto não é um alelo que já existe, mas algo que precisa ser desenhado</a:t>
            </a:r>
            <a:endParaRPr sz="2200" b="0" i="0">
              <a:solidFill>
                <a:srgbClr val="D8E4DA"/>
              </a:solidFill>
              <a:latin typeface="DejaVu Sans"/>
            </a:endParaRPr>
          </a:p>
        </p:txBody>
      </p:sp>
      <p:sp>
        <p:nvSpPr>
          <p:cNvPr id="4" name="Rectangle 3"/>
          <p:cNvSpPr/>
          <p:nvPr/>
        </p:nvSpPr>
        <p:spPr>
          <a:xfrm>
            <a:off x="1005840" y="3584448"/>
            <a:ext cx="2011680" cy="50292"/>
          </a:xfrm>
          <a:prstGeom prst="rect">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871497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dirty="0"/>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pt-BR" sz="3200" b="1" i="0">
                <a:solidFill>
                  <a:srgbClr val="4A7C59"/>
                </a:solidFill>
                <a:latin typeface="DejaVu Serif"/>
              </a:rPr>
              <a:t>A economia da descoberta: um paradoxo</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900759"/>
          </a:xfrm>
          <a:prstGeom prst="rect">
            <a:avLst/>
          </a:prstGeom>
          <a:noFill/>
        </p:spPr>
        <p:txBody>
          <a:bodyPr wrap="square" lIns="91440" tIns="25400" rIns="91440" bIns="25400" anchor="t">
            <a:spAutoFit/>
          </a:bodyPr>
          <a:lstStyle/>
          <a:p>
            <a:pPr algn="l">
              <a:lnSpc>
                <a:spcPct val="92000"/>
              </a:lnSpc>
            </a:pPr>
            <a:r>
              <a:rPr lang="pt-BR" sz="2000" b="0" i="0">
                <a:solidFill>
                  <a:srgbClr val="2E3A2F"/>
                </a:solidFill>
                <a:latin typeface="DejaVu Sans" panose="020B0603030804020204" pitchFamily="34" charset="0"/>
              </a:rPr>
              <a:t>Defensivo novo: US$ 307 mi e ~11 anos por ingrediente ativo; trait transgênico: o custo caiu de US$ 136 mi para 115 mi, mas o tempo subiu de 13,1 para 16,5 anos</a:t>
            </a:r>
            <a:endParaRPr sz="2000" b="0" i="0">
              <a:solidFill>
                <a:srgbClr val="2E3A2F"/>
              </a:solidFill>
              <a:latin typeface="DejaVu Sans" panose="020B0603030804020204" pitchFamily="34" charset="0"/>
            </a:endParaRP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578608"/>
            <a:ext cx="10332720" cy="617605"/>
          </a:xfrm>
          <a:prstGeom prst="rect">
            <a:avLst/>
          </a:prstGeom>
          <a:noFill/>
        </p:spPr>
        <p:txBody>
          <a:bodyPr wrap="square" lIns="91440" tIns="25400" rIns="91440" bIns="25400" anchor="t">
            <a:spAutoFit/>
          </a:bodyPr>
          <a:lstStyle/>
          <a:p>
            <a:pPr algn="l">
              <a:lnSpc>
                <a:spcPct val="92000"/>
              </a:lnSpc>
            </a:pPr>
            <a:r>
              <a:rPr lang="pt-BR" sz="2000" b="0" i="0">
                <a:solidFill>
                  <a:srgbClr val="2E3A2F"/>
                </a:solidFill>
                <a:latin typeface="DejaVu Sans" panose="020B0603030804020204" pitchFamily="34" charset="0"/>
              </a:rPr>
              <a:t>A fase regulatória consome 51,1% do tempo e 37,6% do custo de um event; a descoberta, só 6,6% do custo</a:t>
            </a:r>
            <a:endParaRPr sz="2000" b="0" i="0">
              <a:solidFill>
                <a:srgbClr val="2E3A2F"/>
              </a:solidFill>
              <a:latin typeface="DejaVu Sans" panose="020B0603030804020204" pitchFamily="34" charset="0"/>
            </a:endParaRP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694176"/>
            <a:ext cx="10332720" cy="900759"/>
          </a:xfrm>
          <a:prstGeom prst="rect">
            <a:avLst/>
          </a:prstGeom>
          <a:noFill/>
        </p:spPr>
        <p:txBody>
          <a:bodyPr wrap="square" lIns="91440" tIns="25400" rIns="91440" bIns="25400" anchor="t">
            <a:spAutoFit/>
          </a:bodyPr>
          <a:lstStyle/>
          <a:p>
            <a:pPr algn="l">
              <a:lnSpc>
                <a:spcPct val="92000"/>
              </a:lnSpc>
            </a:pPr>
            <a:r>
              <a:rPr lang="pt-BR" sz="2000" b="0" i="0">
                <a:solidFill>
                  <a:srgbClr val="2E3A2F"/>
                </a:solidFill>
                <a:latin typeface="DejaVu Sans" panose="020B0603030804020204" pitchFamily="34" charset="0"/>
              </a:rPr>
              <a:t>Da farma transfere: química generativa, triagem virtual, predição de estrutura e desenho de binders - o rentosertib, achado por IA generativa, já passou da fase 2a</a:t>
            </a:r>
            <a:endParaRPr sz="2000" b="0" i="0">
              <a:solidFill>
                <a:srgbClr val="2E3A2F"/>
              </a:solidFill>
              <a:latin typeface="DejaVu Sans" panose="020B0603030804020204" pitchFamily="34" charset="0"/>
            </a:endParaRP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809744"/>
            <a:ext cx="10332720" cy="900759"/>
          </a:xfrm>
          <a:prstGeom prst="rect">
            <a:avLst/>
          </a:prstGeom>
          <a:noFill/>
        </p:spPr>
        <p:txBody>
          <a:bodyPr wrap="square" lIns="91440" tIns="25400" rIns="91440" bIns="25400" anchor="t">
            <a:spAutoFit/>
          </a:bodyPr>
          <a:lstStyle/>
          <a:p>
            <a:pPr algn="l">
              <a:lnSpc>
                <a:spcPct val="92000"/>
              </a:lnSpc>
            </a:pPr>
            <a:r>
              <a:rPr lang="pt-BR" sz="2000" b="0" i="0">
                <a:solidFill>
                  <a:srgbClr val="2E3A2F"/>
                </a:solidFill>
                <a:latin typeface="DejaVu Sans" panose="020B0603030804020204" pitchFamily="34" charset="0"/>
              </a:rPr>
              <a:t>Não transfere: eficácia em campo com G×E, custo por hectare, seletividade ambiental e aprovação em vários países - a IA reduz o atrito da descoberta, não o relógio regulatório</a:t>
            </a:r>
            <a:endParaRPr sz="2000" b="0" i="0">
              <a:solidFill>
                <a:srgbClr val="2E3A2F"/>
              </a:solidFill>
              <a:latin typeface="DejaVu Sans" panose="020B0603030804020204" pitchFamily="34" charset="0"/>
            </a:endParaRPr>
          </a:p>
        </p:txBody>
      </p:sp>
      <p:sp>
        <p:nvSpPr>
          <p:cNvPr id="12" name="TextBox 11"/>
          <p:cNvSpPr txBox="1"/>
          <p:nvPr/>
        </p:nvSpPr>
        <p:spPr>
          <a:xfrm>
            <a:off x="502920" y="6144768"/>
            <a:ext cx="11201400" cy="414409"/>
          </a:xfrm>
          <a:prstGeom prst="rect">
            <a:avLst/>
          </a:prstGeom>
          <a:noFill/>
        </p:spPr>
        <p:txBody>
          <a:bodyPr wrap="square" anchor="t">
            <a:spAutoFit/>
          </a:bodyPr>
          <a:lstStyle/>
          <a:p>
            <a:pPr algn="l">
              <a:lnSpc>
                <a:spcPct val="108000"/>
              </a:lnSpc>
            </a:pPr>
            <a:r>
              <a:rPr lang="en-US" sz="1000" b="0" i="0" u="sng">
                <a:solidFill>
                  <a:srgbClr val="6B6B6B"/>
                </a:solidFill>
                <a:latin typeface="DejaVu Sans" panose="020B0603030804020204" pitchFamily="34" charset="0"/>
                <a:hlinkClick r:id="rId3" tooltip="https://agbioinvestor.com/croplife-new-agrochemical-product-study-2026/">
                  <a:extLst>
                    <a:ext uri="{A12FA001-AC4F-418D-AE19-62706E023703}">
                      <ahyp:hlinkClr xmlns:ahyp="http://schemas.microsoft.com/office/drawing/2018/hyperlinkcolor" val="tx"/>
                    </a:ext>
                  </a:extLst>
                </a:hlinkClick>
              </a:rPr>
              <a:t>AgbioInvestor/CropLife 2026 [relatório]</a:t>
            </a:r>
            <a:r>
              <a:rPr lang="en-US" sz="1000" b="0" i="0">
                <a:solidFill>
                  <a:srgbClr val="6B6B6B"/>
                </a:solidFill>
                <a:latin typeface="DejaVu Sans" panose="020B0603030804020204" pitchFamily="34" charset="0"/>
              </a:rPr>
              <a:t> · </a:t>
            </a:r>
            <a:r>
              <a:rPr lang="en-US" sz="1000" b="0" i="0" u="sng">
                <a:solidFill>
                  <a:srgbClr val="6B6B6B"/>
                </a:solidFill>
                <a:latin typeface="DejaVu Sans" panose="020B0603030804020204" pitchFamily="34" charset="0"/>
                <a:hlinkClick r:id="rId4" tooltip="https://www.bayer.com/en/agriculture/article/bringing-crop-protection-products-market">
                  <a:extLst>
                    <a:ext uri="{A12FA001-AC4F-418D-AE19-62706E023703}">
                      <ahyp:hlinkClr xmlns:ahyp="http://schemas.microsoft.com/office/drawing/2018/hyperlinkcolor" val="tx"/>
                    </a:ext>
                  </a:extLst>
                </a:hlinkClick>
              </a:rPr>
              <a:t>Bayer, Crop Protection Regulatory Process [empresa]</a:t>
            </a:r>
            <a:r>
              <a:rPr lang="en-US" sz="1000" b="0" i="0">
                <a:solidFill>
                  <a:srgbClr val="6B6B6B"/>
                </a:solidFill>
                <a:latin typeface="DejaVu Sans" panose="020B0603030804020204" pitchFamily="34" charset="0"/>
              </a:rPr>
              <a:t> · </a:t>
            </a:r>
            <a:r>
              <a:rPr lang="en-US" sz="1000" b="0" i="0" u="sng">
                <a:solidFill>
                  <a:srgbClr val="6B6B6B"/>
                </a:solidFill>
                <a:latin typeface="DejaVu Sans" panose="020B0603030804020204" pitchFamily="34" charset="0"/>
                <a:hlinkClick r:id="rId5" tooltip="https://croplife.org/wp-content/uploads/2014/04/Getting-a-Biotech-Crop-to-Market-Phillips-McDougall-Study.pdf">
                  <a:extLst>
                    <a:ext uri="{A12FA001-AC4F-418D-AE19-62706E023703}">
                      <ahyp:hlinkClr xmlns:ahyp="http://schemas.microsoft.com/office/drawing/2018/hyperlinkcolor" val="tx"/>
                    </a:ext>
                  </a:extLst>
                </a:hlinkClick>
              </a:rPr>
              <a:t>Phillips McDougall 2011 [relatório]</a:t>
            </a:r>
            <a:r>
              <a:rPr lang="en-US" sz="1000" b="0" i="0">
                <a:solidFill>
                  <a:srgbClr val="6B6B6B"/>
                </a:solidFill>
                <a:latin typeface="DejaVu Sans" panose="020B0603030804020204" pitchFamily="34" charset="0"/>
              </a:rPr>
              <a:t> · </a:t>
            </a:r>
            <a:r>
              <a:rPr lang="en-US" sz="1000" b="0" i="0" u="sng">
                <a:solidFill>
                  <a:srgbClr val="6B6B6B"/>
                </a:solidFill>
                <a:latin typeface="DejaVu Sans" panose="020B0603030804020204" pitchFamily="34" charset="0"/>
                <a:hlinkClick r:id="rId6" tooltip="https://croplife.org/wp-content/uploads/2022/05/AgbioInvestor-Trait-RD-Branded-Report-Final-20220512.pdf">
                  <a:extLst>
                    <a:ext uri="{A12FA001-AC4F-418D-AE19-62706E023703}">
                      <ahyp:hlinkClr xmlns:ahyp="http://schemas.microsoft.com/office/drawing/2018/hyperlinkcolor" val="tx"/>
                    </a:ext>
                  </a:extLst>
                </a:hlinkClick>
              </a:rPr>
              <a:t>AgbioInvestor 2022 [relatório]</a:t>
            </a:r>
            <a:r>
              <a:rPr lang="en-US" sz="1000" b="0" i="0">
                <a:solidFill>
                  <a:srgbClr val="6B6B6B"/>
                </a:solidFill>
                <a:latin typeface="DejaVu Sans" panose="020B0603030804020204" pitchFamily="34" charset="0"/>
              </a:rPr>
              <a:t> · </a:t>
            </a:r>
            <a:r>
              <a:rPr lang="en-US" sz="1000" b="0" i="0" u="sng">
                <a:solidFill>
                  <a:srgbClr val="6B6B6B"/>
                </a:solidFill>
                <a:latin typeface="DejaVu Sans" panose="020B0603030804020204" pitchFamily="34" charset="0"/>
                <a:hlinkClick r:id="rId7" tooltip="https://doi.org/10.1038/s41591-025-03743-2">
                  <a:extLst>
                    <a:ext uri="{A12FA001-AC4F-418D-AE19-62706E023703}">
                      <ahyp:hlinkClr xmlns:ahyp="http://schemas.microsoft.com/office/drawing/2018/hyperlinkcolor" val="tx"/>
                    </a:ext>
                  </a:extLst>
                </a:hlinkClick>
              </a:rPr>
              <a:t>Xu 2025 Nature Medicine</a:t>
            </a:r>
            <a:endParaRPr sz="1000" b="0" i="0" u="sng">
              <a:solidFill>
                <a:srgbClr val="6B6B6B"/>
              </a:solidFill>
              <a:latin typeface="DejaVu Sans" panose="020B0603030804020204" pitchFamily="34" charset="0"/>
            </a:endParaRPr>
          </a:p>
        </p:txBody>
      </p:sp>
    </p:spTree>
    <p:extLst>
      <p:ext uri="{BB962C8B-B14F-4D97-AF65-F5344CB8AC3E}">
        <p14:creationId xmlns:p14="http://schemas.microsoft.com/office/powerpoint/2010/main" val="4038452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dirty="0"/>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pt-BR" sz="3200" b="1" i="0">
                <a:solidFill>
                  <a:srgbClr val="4A7C59"/>
                </a:solidFill>
                <a:latin typeface="DejaVu Serif"/>
              </a:rPr>
              <a:t>O trait como molécula desenhada</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815736"/>
          </a:xfrm>
          <a:prstGeom prst="rect">
            <a:avLst/>
          </a:prstGeom>
          <a:noFill/>
        </p:spPr>
        <p:txBody>
          <a:bodyPr wrap="square" lIns="91440" tIns="25400" rIns="91440" bIns="25400" anchor="t">
            <a:spAutoFit/>
          </a:bodyPr>
          <a:lstStyle/>
          <a:p>
            <a:pPr algn="l">
              <a:lnSpc>
                <a:spcPct val="92000"/>
              </a:lnSpc>
            </a:pPr>
            <a:r>
              <a:rPr lang="pt-BR" b="0" i="0">
                <a:solidFill>
                  <a:srgbClr val="2E3A2F"/>
                </a:solidFill>
                <a:latin typeface="DejaVu Sans" panose="020B0603030804020204" pitchFamily="34" charset="0"/>
              </a:rPr>
              <a:t>Nobel de Química 2024 (Baker; Hassabis e Jumper): o AlphaFold 3 prevê complexos com DNA, RNA e ligantes; o ESM3 gerou uma proteína fluorescente funcional com só 58% de identidade</a:t>
            </a:r>
            <a:endParaRPr b="0" i="0">
              <a:solidFill>
                <a:srgbClr val="2E3A2F"/>
              </a:solidFill>
              <a:latin typeface="DejaVu Sans" panose="020B0603030804020204" pitchFamily="34" charset="0"/>
            </a:endParaRPr>
          </a:p>
        </p:txBody>
      </p:sp>
      <p:sp>
        <p:nvSpPr>
          <p:cNvPr id="6" name="Oval 5"/>
          <p:cNvSpPr/>
          <p:nvPr/>
        </p:nvSpPr>
        <p:spPr>
          <a:xfrm>
            <a:off x="713232" y="25237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377440"/>
            <a:ext cx="10332720" cy="560923"/>
          </a:xfrm>
          <a:prstGeom prst="rect">
            <a:avLst/>
          </a:prstGeom>
          <a:noFill/>
        </p:spPr>
        <p:txBody>
          <a:bodyPr wrap="square" lIns="91440" tIns="25400" rIns="91440" bIns="25400" anchor="t">
            <a:spAutoFit/>
          </a:bodyPr>
          <a:lstStyle/>
          <a:p>
            <a:pPr algn="l">
              <a:lnSpc>
                <a:spcPct val="92000"/>
              </a:lnSpc>
            </a:pPr>
            <a:r>
              <a:rPr lang="pt-BR" b="0" i="0">
                <a:solidFill>
                  <a:srgbClr val="2E3A2F"/>
                </a:solidFill>
                <a:latin typeface="DejaVu Sans" panose="020B0603030804020204" pitchFamily="34" charset="0"/>
              </a:rPr>
              <a:t>O trait é uma proteína: a Cry1Ac reprogramada ficou até 335 vezes mais letal contra lagartas resistentes; uma troca (W336) na HPPD dá tolerância ao isoxaflutol (soja FG72)</a:t>
            </a:r>
            <a:endParaRPr b="0" i="0">
              <a:solidFill>
                <a:srgbClr val="2E3A2F"/>
              </a:solidFill>
              <a:latin typeface="DejaVu Sans" panose="020B0603030804020204" pitchFamily="34" charset="0"/>
            </a:endParaRPr>
          </a:p>
        </p:txBody>
      </p:sp>
      <p:sp>
        <p:nvSpPr>
          <p:cNvPr id="8" name="Oval 7"/>
          <p:cNvSpPr/>
          <p:nvPr/>
        </p:nvSpPr>
        <p:spPr>
          <a:xfrm>
            <a:off x="713232" y="34381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291840"/>
            <a:ext cx="10332720" cy="560923"/>
          </a:xfrm>
          <a:prstGeom prst="rect">
            <a:avLst/>
          </a:prstGeom>
          <a:noFill/>
        </p:spPr>
        <p:txBody>
          <a:bodyPr wrap="square" lIns="91440" tIns="25400" rIns="91440" bIns="25400" anchor="t">
            <a:spAutoFit/>
          </a:bodyPr>
          <a:lstStyle/>
          <a:p>
            <a:pPr algn="l">
              <a:lnSpc>
                <a:spcPct val="92000"/>
              </a:lnSpc>
            </a:pPr>
            <a:r>
              <a:rPr lang="pt-BR" b="0" i="0">
                <a:solidFill>
                  <a:srgbClr val="2E3A2F"/>
                </a:solidFill>
                <a:latin typeface="DejaVu Sans" panose="020B0603030804020204" pitchFamily="34" charset="0"/>
              </a:rPr>
              <a:t>Imunidade programável: receptores NLR fundidos a nanobodies (Pikobodies) conferiram resistência a vírus - ainda prova de conceito</a:t>
            </a:r>
            <a:endParaRPr b="0" i="0">
              <a:solidFill>
                <a:srgbClr val="2E3A2F"/>
              </a:solidFill>
              <a:latin typeface="DejaVu Sans" panose="020B0603030804020204" pitchFamily="34" charset="0"/>
            </a:endParaRPr>
          </a:p>
        </p:txBody>
      </p:sp>
      <p:sp>
        <p:nvSpPr>
          <p:cNvPr id="10" name="Oval 9"/>
          <p:cNvSpPr/>
          <p:nvPr/>
        </p:nvSpPr>
        <p:spPr>
          <a:xfrm>
            <a:off x="713232" y="43525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206240"/>
            <a:ext cx="10332720" cy="560923"/>
          </a:xfrm>
          <a:prstGeom prst="rect">
            <a:avLst/>
          </a:prstGeom>
          <a:noFill/>
        </p:spPr>
        <p:txBody>
          <a:bodyPr wrap="square" lIns="91440" tIns="25400" rIns="91440" bIns="25400" anchor="t">
            <a:spAutoFit/>
          </a:bodyPr>
          <a:lstStyle/>
          <a:p>
            <a:pPr algn="l">
              <a:lnSpc>
                <a:spcPct val="92000"/>
              </a:lnSpc>
            </a:pPr>
            <a:r>
              <a:rPr lang="pt-BR" b="0" i="0">
                <a:solidFill>
                  <a:srgbClr val="2E3A2F"/>
                </a:solidFill>
                <a:latin typeface="DejaVu Sans" panose="020B0603030804020204" pitchFamily="34" charset="0"/>
              </a:rPr>
              <a:t>Peptídeos: ML pontuou 685.924 peptídeos de citros (AGRAMP) e 4,99 milhões de candidatos de Bacillus - com validação de bancada contra patógenos</a:t>
            </a:r>
            <a:endParaRPr b="0" i="0">
              <a:solidFill>
                <a:srgbClr val="2E3A2F"/>
              </a:solidFill>
              <a:latin typeface="DejaVu Sans" panose="020B0603030804020204" pitchFamily="34" charset="0"/>
            </a:endParaRPr>
          </a:p>
        </p:txBody>
      </p:sp>
      <p:sp>
        <p:nvSpPr>
          <p:cNvPr id="12" name="Oval 11"/>
          <p:cNvSpPr/>
          <p:nvPr/>
        </p:nvSpPr>
        <p:spPr>
          <a:xfrm>
            <a:off x="713232" y="52669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5120640"/>
            <a:ext cx="10332720" cy="560923"/>
          </a:xfrm>
          <a:prstGeom prst="rect">
            <a:avLst/>
          </a:prstGeom>
          <a:noFill/>
        </p:spPr>
        <p:txBody>
          <a:bodyPr wrap="square" lIns="91440" tIns="25400" rIns="91440" bIns="25400" anchor="t">
            <a:spAutoFit/>
          </a:bodyPr>
          <a:lstStyle/>
          <a:p>
            <a:pPr algn="l">
              <a:lnSpc>
                <a:spcPct val="92000"/>
              </a:lnSpc>
            </a:pPr>
            <a:r>
              <a:rPr lang="pt-BR" b="0" i="0">
                <a:solidFill>
                  <a:srgbClr val="2E3A2F"/>
                </a:solidFill>
                <a:latin typeface="DejaVu Sans" panose="020B0603030804020204" pitchFamily="34" charset="0"/>
              </a:rPr>
              <a:t>Química generativa na indústria: Syngenta-Insilico, Bayer CropKey e Enko varrem bilhões de moléculas in silico (números declarados pelas empresas)</a:t>
            </a:r>
            <a:endParaRPr b="0" i="0">
              <a:solidFill>
                <a:srgbClr val="2E3A2F"/>
              </a:solidFill>
              <a:latin typeface="DejaVu Sans" panose="020B0603030804020204" pitchFamily="34" charset="0"/>
            </a:endParaRPr>
          </a:p>
        </p:txBody>
      </p:sp>
      <p:sp>
        <p:nvSpPr>
          <p:cNvPr id="14" name="TextBox 13"/>
          <p:cNvSpPr txBox="1"/>
          <p:nvPr/>
        </p:nvSpPr>
        <p:spPr>
          <a:xfrm>
            <a:off x="502920" y="6144768"/>
            <a:ext cx="11201400" cy="414409"/>
          </a:xfrm>
          <a:prstGeom prst="rect">
            <a:avLst/>
          </a:prstGeom>
          <a:noFill/>
        </p:spPr>
        <p:txBody>
          <a:bodyPr wrap="square" anchor="t">
            <a:spAutoFit/>
          </a:bodyPr>
          <a:lstStyle/>
          <a:p>
            <a:pPr algn="l">
              <a:lnSpc>
                <a:spcPct val="108000"/>
              </a:lnSpc>
            </a:pPr>
            <a:r>
              <a:rPr lang="pt-BR" sz="1000" b="0" i="0" u="sng">
                <a:solidFill>
                  <a:srgbClr val="6B6B6B"/>
                </a:solidFill>
                <a:latin typeface="DejaVu Sans" panose="020B0603030804020204" pitchFamily="34" charset="0"/>
                <a:hlinkClick r:id="rId3" tooltip="https://www.nobelprize.org/prizes/chemistry/2024/summary/">
                  <a:extLst>
                    <a:ext uri="{A12FA001-AC4F-418D-AE19-62706E023703}">
                      <ahyp:hlinkClr xmlns:ahyp="http://schemas.microsoft.com/office/drawing/2018/hyperlinkcolor" val="tx"/>
                    </a:ext>
                  </a:extLst>
                </a:hlinkClick>
              </a:rPr>
              <a:t>Nobel Química 2024 [nobelprize.org]</a:t>
            </a:r>
            <a:r>
              <a:rPr lang="pt-BR" sz="1000" b="0" i="0">
                <a:solidFill>
                  <a:srgbClr val="6B6B6B"/>
                </a:solidFill>
                <a:latin typeface="DejaVu Sans" panose="020B0603030804020204" pitchFamily="34" charset="0"/>
              </a:rPr>
              <a:t> · </a:t>
            </a:r>
            <a:r>
              <a:rPr lang="pt-BR" sz="1000" b="0" i="0" u="sng">
                <a:solidFill>
                  <a:srgbClr val="6B6B6B"/>
                </a:solidFill>
                <a:latin typeface="DejaVu Sans" panose="020B0603030804020204" pitchFamily="34" charset="0"/>
                <a:hlinkClick r:id="rId4" tooltip="https://doi.org/10.1038/s41586-024-07487-w">
                  <a:extLst>
                    <a:ext uri="{A12FA001-AC4F-418D-AE19-62706E023703}">
                      <ahyp:hlinkClr xmlns:ahyp="http://schemas.microsoft.com/office/drawing/2018/hyperlinkcolor" val="tx"/>
                    </a:ext>
                  </a:extLst>
                </a:hlinkClick>
              </a:rPr>
              <a:t>Abramson 2024 Nature</a:t>
            </a:r>
            <a:r>
              <a:rPr lang="pt-BR" sz="1000" b="0" i="0">
                <a:solidFill>
                  <a:srgbClr val="6B6B6B"/>
                </a:solidFill>
                <a:latin typeface="DejaVu Sans" panose="020B0603030804020204" pitchFamily="34" charset="0"/>
              </a:rPr>
              <a:t> · </a:t>
            </a:r>
            <a:r>
              <a:rPr lang="pt-BR" sz="1000" b="0" i="0" u="sng">
                <a:solidFill>
                  <a:srgbClr val="6B6B6B"/>
                </a:solidFill>
                <a:latin typeface="DejaVu Sans" panose="020B0603030804020204" pitchFamily="34" charset="0"/>
                <a:hlinkClick r:id="rId5" tooltip="https://doi.org/10.1126/science.ads0018">
                  <a:extLst>
                    <a:ext uri="{A12FA001-AC4F-418D-AE19-62706E023703}">
                      <ahyp:hlinkClr xmlns:ahyp="http://schemas.microsoft.com/office/drawing/2018/hyperlinkcolor" val="tx"/>
                    </a:ext>
                  </a:extLst>
                </a:hlinkClick>
              </a:rPr>
              <a:t>Hayes 2025 Science</a:t>
            </a:r>
            <a:r>
              <a:rPr lang="pt-BR" sz="1000" b="0" i="0">
                <a:solidFill>
                  <a:srgbClr val="6B6B6B"/>
                </a:solidFill>
                <a:latin typeface="DejaVu Sans" panose="020B0603030804020204" pitchFamily="34" charset="0"/>
              </a:rPr>
              <a:t> · </a:t>
            </a:r>
            <a:r>
              <a:rPr lang="pt-BR" sz="1000" b="0" i="0" u="sng">
                <a:solidFill>
                  <a:srgbClr val="6B6B6B"/>
                </a:solidFill>
                <a:latin typeface="DejaVu Sans" panose="020B0603030804020204" pitchFamily="34" charset="0"/>
                <a:hlinkClick r:id="rId6" tooltip="https://doi.org/10.1038/nature17938">
                  <a:extLst>
                    <a:ext uri="{A12FA001-AC4F-418D-AE19-62706E023703}">
                      <ahyp:hlinkClr xmlns:ahyp="http://schemas.microsoft.com/office/drawing/2018/hyperlinkcolor" val="tx"/>
                    </a:ext>
                  </a:extLst>
                </a:hlinkClick>
              </a:rPr>
              <a:t>Badran 2016 Nature</a:t>
            </a:r>
            <a:r>
              <a:rPr lang="pt-BR" sz="1000" b="0" i="0">
                <a:solidFill>
                  <a:srgbClr val="6B6B6B"/>
                </a:solidFill>
                <a:latin typeface="DejaVu Sans" panose="020B0603030804020204" pitchFamily="34" charset="0"/>
              </a:rPr>
              <a:t> · </a:t>
            </a:r>
            <a:r>
              <a:rPr lang="pt-BR" sz="1000" b="0" i="0" u="sng">
                <a:solidFill>
                  <a:srgbClr val="6B6B6B"/>
                </a:solidFill>
                <a:latin typeface="DejaVu Sans" panose="020B0603030804020204" pitchFamily="34" charset="0"/>
                <a:hlinkClick r:id="rId7" tooltip="https://inspection.canada.ca/en/plant-varieties/plants-novel-traits/approved-under-review/decision-documents/dd-2012-91">
                  <a:extLst>
                    <a:ext uri="{A12FA001-AC4F-418D-AE19-62706E023703}">
                      <ahyp:hlinkClr xmlns:ahyp="http://schemas.microsoft.com/office/drawing/2018/hyperlinkcolor" val="tx"/>
                    </a:ext>
                  </a:extLst>
                </a:hlinkClick>
              </a:rPr>
              <a:t>CFIA DD2012-91 [regulatório]</a:t>
            </a:r>
            <a:r>
              <a:rPr lang="pt-BR" sz="1000" b="0" i="0">
                <a:solidFill>
                  <a:srgbClr val="6B6B6B"/>
                </a:solidFill>
                <a:latin typeface="DejaVu Sans" panose="020B0603030804020204" pitchFamily="34" charset="0"/>
              </a:rPr>
              <a:t> · </a:t>
            </a:r>
            <a:r>
              <a:rPr lang="pt-BR" sz="1000" b="0" i="0" u="sng">
                <a:solidFill>
                  <a:srgbClr val="6B6B6B"/>
                </a:solidFill>
                <a:latin typeface="DejaVu Sans" panose="020B0603030804020204" pitchFamily="34" charset="0"/>
                <a:hlinkClick r:id="rId8" tooltip="https://doi.org/10.1126/science.abn4116">
                  <a:extLst>
                    <a:ext uri="{A12FA001-AC4F-418D-AE19-62706E023703}">
                      <ahyp:hlinkClr xmlns:ahyp="http://schemas.microsoft.com/office/drawing/2018/hyperlinkcolor" val="tx"/>
                    </a:ext>
                  </a:extLst>
                </a:hlinkClick>
              </a:rPr>
              <a:t>Kourelis 2023 Science</a:t>
            </a:r>
            <a:r>
              <a:rPr lang="pt-BR" sz="1000" b="0" i="0">
                <a:solidFill>
                  <a:srgbClr val="6B6B6B"/>
                </a:solidFill>
                <a:latin typeface="DejaVu Sans" panose="020B0603030804020204" pitchFamily="34" charset="0"/>
              </a:rPr>
              <a:t> · </a:t>
            </a:r>
            <a:r>
              <a:rPr lang="pt-BR" sz="1000" b="0" i="0" u="sng">
                <a:solidFill>
                  <a:srgbClr val="6B6B6B"/>
                </a:solidFill>
                <a:latin typeface="DejaVu Sans" panose="020B0603030804020204" pitchFamily="34" charset="0"/>
                <a:hlinkClick r:id="rId9" tooltip="https://doi.org/10.3389/fmicb.2024.1304044">
                  <a:extLst>
                    <a:ext uri="{A12FA001-AC4F-418D-AE19-62706E023703}">
                      <ahyp:hlinkClr xmlns:ahyp="http://schemas.microsoft.com/office/drawing/2018/hyperlinkcolor" val="tx"/>
                    </a:ext>
                  </a:extLst>
                </a:hlinkClick>
              </a:rPr>
              <a:t>Shao 2024 Front Microbiol</a:t>
            </a:r>
            <a:r>
              <a:rPr lang="pt-BR" sz="1000" b="0" i="0">
                <a:solidFill>
                  <a:srgbClr val="6B6B6B"/>
                </a:solidFill>
                <a:latin typeface="DejaVu Sans" panose="020B0603030804020204" pitchFamily="34" charset="0"/>
              </a:rPr>
              <a:t> · </a:t>
            </a:r>
            <a:r>
              <a:rPr lang="pt-BR" sz="1000" b="0" i="0" u="sng">
                <a:solidFill>
                  <a:srgbClr val="6B6B6B"/>
                </a:solidFill>
                <a:latin typeface="DejaVu Sans" panose="020B0603030804020204" pitchFamily="34" charset="0"/>
                <a:hlinkClick r:id="rId10" tooltip="https://doi.org/10.1186/s40538-025-00751-9">
                  <a:extLst>
                    <a:ext uri="{A12FA001-AC4F-418D-AE19-62706E023703}">
                      <ahyp:hlinkClr xmlns:ahyp="http://schemas.microsoft.com/office/drawing/2018/hyperlinkcolor" val="tx"/>
                    </a:ext>
                  </a:extLst>
                </a:hlinkClick>
              </a:rPr>
              <a:t>Su 2025 Chem Biol Technol Agric</a:t>
            </a:r>
            <a:r>
              <a:rPr lang="pt-BR" sz="1000" b="0" i="0">
                <a:solidFill>
                  <a:srgbClr val="6B6B6B"/>
                </a:solidFill>
                <a:latin typeface="DejaVu Sans" panose="020B0603030804020204" pitchFamily="34" charset="0"/>
              </a:rPr>
              <a:t> · </a:t>
            </a:r>
            <a:r>
              <a:rPr lang="pt-BR" sz="1000" b="0" i="0" u="sng">
                <a:solidFill>
                  <a:srgbClr val="6B6B6B"/>
                </a:solidFill>
                <a:latin typeface="DejaVu Sans" panose="020B0603030804020204" pitchFamily="34" charset="0"/>
                <a:hlinkClick r:id="rId11" tooltip="https://www.syngenta.com/media/media-releases/2021/syngenta-crop-protection-and-insilico-medicine-harness-artificial">
                  <a:extLst>
                    <a:ext uri="{A12FA001-AC4F-418D-AE19-62706E023703}">
                      <ahyp:hlinkClr xmlns:ahyp="http://schemas.microsoft.com/office/drawing/2018/hyperlinkcolor" val="tx"/>
                    </a:ext>
                  </a:extLst>
                </a:hlinkClick>
              </a:rPr>
              <a:t>Syngenta/Insilico 2021 [empresa]</a:t>
            </a:r>
            <a:r>
              <a:rPr lang="pt-BR" sz="1000" b="0" i="0">
                <a:solidFill>
                  <a:srgbClr val="6B6B6B"/>
                </a:solidFill>
                <a:latin typeface="DejaVu Sans" panose="020B0603030804020204" pitchFamily="34" charset="0"/>
              </a:rPr>
              <a:t> · </a:t>
            </a:r>
            <a:r>
              <a:rPr lang="pt-BR" sz="1000" b="0" i="0" u="sng">
                <a:solidFill>
                  <a:srgbClr val="6B6B6B"/>
                </a:solidFill>
                <a:latin typeface="DejaVu Sans" panose="020B0603030804020204" pitchFamily="34" charset="0"/>
                <a:hlinkClick r:id="rId12" tooltip="https://www.bayer.com/en/agriculture/cropkey">
                  <a:extLst>
                    <a:ext uri="{A12FA001-AC4F-418D-AE19-62706E023703}">
                      <ahyp:hlinkClr xmlns:ahyp="http://schemas.microsoft.com/office/drawing/2018/hyperlinkcolor" val="tx"/>
                    </a:ext>
                  </a:extLst>
                </a:hlinkClick>
              </a:rPr>
              <a:t>Bayer CropKey [empresa]</a:t>
            </a:r>
            <a:r>
              <a:rPr lang="pt-BR" sz="1000" b="0" i="0">
                <a:solidFill>
                  <a:srgbClr val="6B6B6B"/>
                </a:solidFill>
                <a:latin typeface="DejaVu Sans" panose="020B0603030804020204" pitchFamily="34" charset="0"/>
              </a:rPr>
              <a:t> · </a:t>
            </a:r>
            <a:r>
              <a:rPr lang="pt-BR" sz="1000" b="0" i="0" u="sng">
                <a:solidFill>
                  <a:srgbClr val="6B6B6B"/>
                </a:solidFill>
                <a:latin typeface="DejaVu Sans" panose="020B0603030804020204" pitchFamily="34" charset="0"/>
                <a:hlinkClick r:id="rId13" tooltip="https://www.prnewswire.com/news-releases/enko-completes-its-80m-series-c-to-progress-sustainable-crop-solutions-for-world-food-security-301734324.html">
                  <a:extLst>
                    <a:ext uri="{A12FA001-AC4F-418D-AE19-62706E023703}">
                      <ahyp:hlinkClr xmlns:ahyp="http://schemas.microsoft.com/office/drawing/2018/hyperlinkcolor" val="tx"/>
                    </a:ext>
                  </a:extLst>
                </a:hlinkClick>
              </a:rPr>
              <a:t>Enko 2023 [empresa]</a:t>
            </a:r>
            <a:endParaRPr sz="1000" b="0" i="0" u="sng">
              <a:solidFill>
                <a:srgbClr val="6B6B6B"/>
              </a:solidFill>
              <a:latin typeface="DejaVu Sans" panose="020B0603030804020204" pitchFamily="34" charset="0"/>
            </a:endParaRPr>
          </a:p>
        </p:txBody>
      </p:sp>
    </p:spTree>
    <p:extLst>
      <p:ext uri="{BB962C8B-B14F-4D97-AF65-F5344CB8AC3E}">
        <p14:creationId xmlns:p14="http://schemas.microsoft.com/office/powerpoint/2010/main" val="2284026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dirty="0"/>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pt-BR" sz="3200" b="1" i="0">
                <a:solidFill>
                  <a:srgbClr val="4A7C59"/>
                </a:solidFill>
                <a:latin typeface="DejaVu Serif"/>
              </a:rPr>
              <a:t>O trait como molécula desenhada</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560923"/>
          </a:xfrm>
          <a:prstGeom prst="rect">
            <a:avLst/>
          </a:prstGeom>
          <a:noFill/>
        </p:spPr>
        <p:txBody>
          <a:bodyPr wrap="square" lIns="91440" tIns="25400" rIns="91440" bIns="25400" anchor="t">
            <a:spAutoFit/>
          </a:bodyPr>
          <a:lstStyle/>
          <a:p>
            <a:pPr algn="l">
              <a:lnSpc>
                <a:spcPct val="92000"/>
              </a:lnSpc>
            </a:pPr>
            <a:r>
              <a:rPr lang="pt-BR" b="0" i="0">
                <a:solidFill>
                  <a:srgbClr val="2E3A2F"/>
                </a:solidFill>
                <a:latin typeface="DejaVu Sans" panose="020B0603030804020204" pitchFamily="34" charset="0"/>
              </a:rPr>
              <a:t>Evento não é gene: cada inserção (locus, cópias, expressão) é outro dossiê e outra propriedade intelectual; em 2008-2012 triaram-se 6.204 candidatos por trait entregue</a:t>
            </a:r>
            <a:endParaRPr b="0" i="0">
              <a:solidFill>
                <a:srgbClr val="2E3A2F"/>
              </a:solidFill>
              <a:latin typeface="DejaVu Sans" panose="020B0603030804020204" pitchFamily="34" charset="0"/>
            </a:endParaRPr>
          </a:p>
        </p:txBody>
      </p:sp>
      <p:sp>
        <p:nvSpPr>
          <p:cNvPr id="6" name="Oval 5"/>
          <p:cNvSpPr/>
          <p:nvPr/>
        </p:nvSpPr>
        <p:spPr>
          <a:xfrm>
            <a:off x="713232" y="25237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377440"/>
            <a:ext cx="10332720" cy="560923"/>
          </a:xfrm>
          <a:prstGeom prst="rect">
            <a:avLst/>
          </a:prstGeom>
          <a:noFill/>
        </p:spPr>
        <p:txBody>
          <a:bodyPr wrap="square" lIns="91440" tIns="25400" rIns="91440" bIns="25400" anchor="t">
            <a:spAutoFit/>
          </a:bodyPr>
          <a:lstStyle/>
          <a:p>
            <a:pPr algn="l">
              <a:lnSpc>
                <a:spcPct val="92000"/>
              </a:lnSpc>
            </a:pPr>
            <a:r>
              <a:rPr lang="pt-BR" b="0" i="0">
                <a:solidFill>
                  <a:srgbClr val="2E3A2F"/>
                </a:solidFill>
                <a:latin typeface="DejaVu Sans" panose="020B0603030804020204" pitchFamily="34" charset="0"/>
              </a:rPr>
              <a:t>O ML prediz o sítio de inserção e a expressão e prioriza events; o stacking é otimização (15 events convertidos num híbrido)</a:t>
            </a:r>
            <a:endParaRPr b="0" i="0">
              <a:solidFill>
                <a:srgbClr val="2E3A2F"/>
              </a:solidFill>
              <a:latin typeface="DejaVu Sans" panose="020B0603030804020204" pitchFamily="34" charset="0"/>
            </a:endParaRPr>
          </a:p>
        </p:txBody>
      </p:sp>
      <p:sp>
        <p:nvSpPr>
          <p:cNvPr id="8" name="Oval 7"/>
          <p:cNvSpPr/>
          <p:nvPr/>
        </p:nvSpPr>
        <p:spPr>
          <a:xfrm>
            <a:off x="713232" y="34381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291840"/>
            <a:ext cx="10332720" cy="560923"/>
          </a:xfrm>
          <a:prstGeom prst="rect">
            <a:avLst/>
          </a:prstGeom>
          <a:noFill/>
        </p:spPr>
        <p:txBody>
          <a:bodyPr wrap="square" lIns="91440" tIns="25400" rIns="91440" bIns="25400" anchor="t">
            <a:spAutoFit/>
          </a:bodyPr>
          <a:lstStyle/>
          <a:p>
            <a:pPr algn="l">
              <a:lnSpc>
                <a:spcPct val="92000"/>
              </a:lnSpc>
            </a:pPr>
            <a:r>
              <a:rPr lang="pt-BR" b="0" i="0">
                <a:solidFill>
                  <a:srgbClr val="2E3A2F"/>
                </a:solidFill>
                <a:latin typeface="DejaVu Sans" panose="020B0603030804020204" pitchFamily="34" charset="0"/>
              </a:rPr>
              <a:t>Modelos de expressão já propõem edições (DeepCBA, promotores de milho); o agente CRISPR-GPT planeja a edição de ponta a ponta - por ora, em células humanas</a:t>
            </a:r>
            <a:endParaRPr b="0" i="0">
              <a:solidFill>
                <a:srgbClr val="2E3A2F"/>
              </a:solidFill>
              <a:latin typeface="DejaVu Sans" panose="020B0603030804020204" pitchFamily="34" charset="0"/>
            </a:endParaRPr>
          </a:p>
        </p:txBody>
      </p:sp>
      <p:sp>
        <p:nvSpPr>
          <p:cNvPr id="10" name="Oval 9"/>
          <p:cNvSpPr/>
          <p:nvPr/>
        </p:nvSpPr>
        <p:spPr>
          <a:xfrm>
            <a:off x="713232" y="43525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206240"/>
            <a:ext cx="10332720" cy="560923"/>
          </a:xfrm>
          <a:prstGeom prst="rect">
            <a:avLst/>
          </a:prstGeom>
          <a:noFill/>
        </p:spPr>
        <p:txBody>
          <a:bodyPr wrap="square" lIns="91440" tIns="25400" rIns="91440" bIns="25400" anchor="t">
            <a:spAutoFit/>
          </a:bodyPr>
          <a:lstStyle/>
          <a:p>
            <a:pPr algn="l">
              <a:lnSpc>
                <a:spcPct val="92000"/>
              </a:lnSpc>
            </a:pPr>
            <a:r>
              <a:rPr lang="pt-BR" b="0" i="0">
                <a:solidFill>
                  <a:srgbClr val="2E3A2F"/>
                </a:solidFill>
                <a:latin typeface="DejaVu Sans" panose="020B0603030804020204" pitchFamily="34" charset="0"/>
              </a:rPr>
              <a:t>Um agente de edição para plantas, que lide com transformação e regeneração, ainda não foi publicado - um projeto concreto à espera de autor</a:t>
            </a:r>
            <a:endParaRPr b="0" i="0">
              <a:solidFill>
                <a:srgbClr val="2E3A2F"/>
              </a:solidFill>
              <a:latin typeface="DejaVu Sans" panose="020B0603030804020204" pitchFamily="34" charset="0"/>
            </a:endParaRPr>
          </a:p>
        </p:txBody>
      </p:sp>
      <p:sp>
        <p:nvSpPr>
          <p:cNvPr id="12" name="Oval 11"/>
          <p:cNvSpPr/>
          <p:nvPr/>
        </p:nvSpPr>
        <p:spPr>
          <a:xfrm>
            <a:off x="713232" y="52669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5120640"/>
            <a:ext cx="10332720" cy="560923"/>
          </a:xfrm>
          <a:prstGeom prst="rect">
            <a:avLst/>
          </a:prstGeom>
          <a:noFill/>
        </p:spPr>
        <p:txBody>
          <a:bodyPr wrap="square" lIns="91440" tIns="25400" rIns="91440" bIns="25400" anchor="t">
            <a:spAutoFit/>
          </a:bodyPr>
          <a:lstStyle/>
          <a:p>
            <a:pPr algn="l">
              <a:lnSpc>
                <a:spcPct val="92000"/>
              </a:lnSpc>
            </a:pPr>
            <a:r>
              <a:rPr lang="pt-BR" b="0" i="0">
                <a:solidFill>
                  <a:srgbClr val="2E3A2F"/>
                </a:solidFill>
                <a:latin typeface="DejaVu Sans" panose="020B0603030804020204" pitchFamily="34" charset="0"/>
              </a:rPr>
              <a:t>No Brasil: 134 events aprovados pela CTNBio até 2024; a RN 16/2018 decide caso a caso se um editado é OGM - a regulação define o valor da edição</a:t>
            </a:r>
            <a:endParaRPr b="0" i="0">
              <a:solidFill>
                <a:srgbClr val="2E3A2F"/>
              </a:solidFill>
              <a:latin typeface="DejaVu Sans" panose="020B0603030804020204" pitchFamily="34" charset="0"/>
            </a:endParaRPr>
          </a:p>
        </p:txBody>
      </p:sp>
      <p:sp>
        <p:nvSpPr>
          <p:cNvPr id="14" name="TextBox 13"/>
          <p:cNvSpPr txBox="1"/>
          <p:nvPr/>
        </p:nvSpPr>
        <p:spPr>
          <a:xfrm>
            <a:off x="502920" y="6144768"/>
            <a:ext cx="11201400" cy="414409"/>
          </a:xfrm>
          <a:prstGeom prst="rect">
            <a:avLst/>
          </a:prstGeom>
          <a:noFill/>
        </p:spPr>
        <p:txBody>
          <a:bodyPr wrap="square" anchor="t">
            <a:spAutoFit/>
          </a:bodyPr>
          <a:lstStyle/>
          <a:p>
            <a:pPr algn="l">
              <a:lnSpc>
                <a:spcPct val="108000"/>
              </a:lnSpc>
            </a:pPr>
            <a:r>
              <a:rPr lang="en-US" sz="1000" b="0" i="0" u="sng">
                <a:solidFill>
                  <a:srgbClr val="6B6B6B"/>
                </a:solidFill>
                <a:latin typeface="DejaVu Sans" panose="020B0603030804020204" pitchFamily="34" charset="0"/>
                <a:hlinkClick r:id="rId3" tooltip="https://croplife.org/wp-content/uploads/2014/04/Getting-a-Biotech-Crop-to-Market-Phillips-McDougall-Study.pdf">
                  <a:extLst>
                    <a:ext uri="{A12FA001-AC4F-418D-AE19-62706E023703}">
                      <ahyp:hlinkClr xmlns:ahyp="http://schemas.microsoft.com/office/drawing/2018/hyperlinkcolor" val="tx"/>
                    </a:ext>
                  </a:extLst>
                </a:hlinkClick>
              </a:rPr>
              <a:t>Phillips McDougall 2011 [relatório]</a:t>
            </a:r>
            <a:r>
              <a:rPr lang="en-US" sz="1000" b="0" i="0">
                <a:solidFill>
                  <a:srgbClr val="6B6B6B"/>
                </a:solidFill>
                <a:latin typeface="DejaVu Sans" panose="020B0603030804020204" pitchFamily="34" charset="0"/>
              </a:rPr>
              <a:t> · </a:t>
            </a:r>
            <a:r>
              <a:rPr lang="en-US" sz="1000" b="0" i="0" u="sng">
                <a:solidFill>
                  <a:srgbClr val="6B6B6B"/>
                </a:solidFill>
                <a:latin typeface="DejaVu Sans" panose="020B0603030804020204" pitchFamily="34" charset="0"/>
                <a:hlinkClick r:id="rId4" tooltip="https://doi.org/10.1007/s11032-013-9936-7">
                  <a:extLst>
                    <a:ext uri="{A12FA001-AC4F-418D-AE19-62706E023703}">
                      <ahyp:hlinkClr xmlns:ahyp="http://schemas.microsoft.com/office/drawing/2018/hyperlinkcolor" val="tx"/>
                    </a:ext>
                  </a:extLst>
                </a:hlinkClick>
              </a:rPr>
              <a:t>Peng 2014 Mol Breeding</a:t>
            </a:r>
            <a:r>
              <a:rPr lang="en-US" sz="1000" b="0" i="0">
                <a:solidFill>
                  <a:srgbClr val="6B6B6B"/>
                </a:solidFill>
                <a:latin typeface="DejaVu Sans" panose="020B0603030804020204" pitchFamily="34" charset="0"/>
              </a:rPr>
              <a:t> · </a:t>
            </a:r>
            <a:r>
              <a:rPr lang="en-US" sz="1000" b="0" i="0" u="sng">
                <a:solidFill>
                  <a:srgbClr val="6B6B6B"/>
                </a:solidFill>
                <a:latin typeface="DejaVu Sans" panose="020B0603030804020204" pitchFamily="34" charset="0"/>
                <a:hlinkClick r:id="rId5" tooltip="https://doi.org/10.1016/j.xplc.2024.100985">
                  <a:extLst>
                    <a:ext uri="{A12FA001-AC4F-418D-AE19-62706E023703}">
                      <ahyp:hlinkClr xmlns:ahyp="http://schemas.microsoft.com/office/drawing/2018/hyperlinkcolor" val="tx"/>
                    </a:ext>
                  </a:extLst>
                </a:hlinkClick>
              </a:rPr>
              <a:t>Wang 2024 Plant Commun</a:t>
            </a:r>
            <a:r>
              <a:rPr lang="en-US" sz="1000" b="0" i="0">
                <a:solidFill>
                  <a:srgbClr val="6B6B6B"/>
                </a:solidFill>
                <a:latin typeface="DejaVu Sans" panose="020B0603030804020204" pitchFamily="34" charset="0"/>
              </a:rPr>
              <a:t> · </a:t>
            </a:r>
            <a:r>
              <a:rPr lang="en-US" sz="1000" b="0" i="0" u="sng">
                <a:solidFill>
                  <a:srgbClr val="6B6B6B"/>
                </a:solidFill>
                <a:latin typeface="DejaVu Sans" panose="020B0603030804020204" pitchFamily="34" charset="0"/>
                <a:hlinkClick r:id="rId6" tooltip="https://doi.org/10.1038/s41551-025-01463-z">
                  <a:extLst>
                    <a:ext uri="{A12FA001-AC4F-418D-AE19-62706E023703}">
                      <ahyp:hlinkClr xmlns:ahyp="http://schemas.microsoft.com/office/drawing/2018/hyperlinkcolor" val="tx"/>
                    </a:ext>
                  </a:extLst>
                </a:hlinkClick>
              </a:rPr>
              <a:t>Qu 2025 Nat Biomed Eng</a:t>
            </a:r>
            <a:r>
              <a:rPr lang="en-US" sz="1000" b="0" i="0">
                <a:solidFill>
                  <a:srgbClr val="6B6B6B"/>
                </a:solidFill>
                <a:latin typeface="DejaVu Sans" panose="020B0603030804020204" pitchFamily="34" charset="0"/>
              </a:rPr>
              <a:t> · </a:t>
            </a:r>
            <a:r>
              <a:rPr lang="en-US" sz="1000" b="0" i="0" u="sng">
                <a:solidFill>
                  <a:srgbClr val="6B6B6B"/>
                </a:solidFill>
                <a:latin typeface="DejaVu Sans" panose="020B0603030804020204" pitchFamily="34" charset="0"/>
                <a:hlinkClick r:id="rId7" tooltip="https://apps.fas.usda.gov/newgainapi/api/Report/DownloadReportByFileName?fileName=Biotechnology%20and%20Other%20New%20Production%20Technologies%20Annual_Brasilia_Brazil_BR2025-0043.pdf">
                  <a:extLst>
                    <a:ext uri="{A12FA001-AC4F-418D-AE19-62706E023703}">
                      <ahyp:hlinkClr xmlns:ahyp="http://schemas.microsoft.com/office/drawing/2018/hyperlinkcolor" val="tx"/>
                    </a:ext>
                  </a:extLst>
                </a:hlinkClick>
              </a:rPr>
              <a:t>USDA FAS 2025, BR2025-0043 [relatório]</a:t>
            </a:r>
            <a:r>
              <a:rPr lang="en-US" sz="1000" b="0" i="0">
                <a:solidFill>
                  <a:srgbClr val="6B6B6B"/>
                </a:solidFill>
                <a:latin typeface="DejaVu Sans" panose="020B0603030804020204" pitchFamily="34" charset="0"/>
              </a:rPr>
              <a:t> · </a:t>
            </a:r>
            <a:r>
              <a:rPr lang="en-US" sz="1000" b="0" i="0" u="sng">
                <a:solidFill>
                  <a:srgbClr val="6B6B6B"/>
                </a:solidFill>
                <a:latin typeface="DejaVu Sans" panose="020B0603030804020204" pitchFamily="34" charset="0"/>
                <a:hlinkClick r:id="rId8" tooltip="https://antigo.mctic.gov.br/mctic/opencms/legislacao/outros_atos/resolucoes/Resolucao_Normativa_CTNBio_n_16_de_15012018.html">
                  <a:extLst>
                    <a:ext uri="{A12FA001-AC4F-418D-AE19-62706E023703}">
                      <ahyp:hlinkClr xmlns:ahyp="http://schemas.microsoft.com/office/drawing/2018/hyperlinkcolor" val="tx"/>
                    </a:ext>
                  </a:extLst>
                </a:hlinkClick>
              </a:rPr>
              <a:t>CTNBio RN 16/2018 [regulatório]</a:t>
            </a:r>
            <a:endParaRPr sz="1000" b="0" i="0" u="sng">
              <a:solidFill>
                <a:srgbClr val="6B6B6B"/>
              </a:solidFill>
              <a:latin typeface="DejaVu Sans" panose="020B0603030804020204" pitchFamily="34" charset="0"/>
            </a:endParaRPr>
          </a:p>
        </p:txBody>
      </p:sp>
    </p:spTree>
    <p:extLst>
      <p:ext uri="{BB962C8B-B14F-4D97-AF65-F5344CB8AC3E}">
        <p14:creationId xmlns:p14="http://schemas.microsoft.com/office/powerpoint/2010/main" val="536534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A7C59"/>
        </a:solidFill>
        <a:effectLst/>
      </p:bgPr>
    </p:bg>
    <p:spTree>
      <p:nvGrpSpPr>
        <p:cNvPr id="1" name=""/>
        <p:cNvGrpSpPr/>
        <p:nvPr/>
      </p:nvGrpSpPr>
      <p:grpSpPr>
        <a:xfrm>
          <a:off x="0" y="0"/>
          <a:ext cx="0" cy="0"/>
          <a:chOff x="0" y="0"/>
          <a:chExt cx="0" cy="0"/>
        </a:xfrm>
      </p:grpSpPr>
      <p:sp>
        <p:nvSpPr>
          <p:cNvPr id="2" name="TextBox 1"/>
          <p:cNvSpPr txBox="1"/>
          <p:nvPr/>
        </p:nvSpPr>
        <p:spPr>
          <a:xfrm>
            <a:off x="1005840" y="2377440"/>
            <a:ext cx="10241280" cy="1446550"/>
          </a:xfrm>
          <a:prstGeom prst="rect">
            <a:avLst/>
          </a:prstGeom>
          <a:noFill/>
        </p:spPr>
        <p:txBody>
          <a:bodyPr wrap="square" anchor="t">
            <a:spAutoFit/>
          </a:bodyPr>
          <a:lstStyle/>
          <a:p>
            <a:pPr algn="l">
              <a:lnSpc>
                <a:spcPct val="100000"/>
              </a:lnSpc>
            </a:pPr>
            <a:r>
              <a:rPr lang="pt-BR" sz="4400" b="1" i="0">
                <a:solidFill>
                  <a:srgbClr val="FFFFFF"/>
                </a:solidFill>
                <a:latin typeface="DejaVu Serif"/>
              </a:rPr>
              <a:t>Parte 3 - Além do melhoramento, dentro do agro</a:t>
            </a:r>
            <a:endParaRPr sz="4400" b="1" i="0">
              <a:solidFill>
                <a:srgbClr val="FFFFFF"/>
              </a:solidFill>
              <a:latin typeface="DejaVu Serif"/>
            </a:endParaRPr>
          </a:p>
        </p:txBody>
      </p:sp>
      <p:sp>
        <p:nvSpPr>
          <p:cNvPr id="3" name="TextBox 2"/>
          <p:cNvSpPr txBox="1"/>
          <p:nvPr/>
        </p:nvSpPr>
        <p:spPr>
          <a:xfrm>
            <a:off x="1005840" y="3703320"/>
            <a:ext cx="10241280" cy="455509"/>
          </a:xfrm>
          <a:prstGeom prst="rect">
            <a:avLst/>
          </a:prstGeom>
          <a:noFill/>
        </p:spPr>
        <p:txBody>
          <a:bodyPr wrap="square" anchor="t">
            <a:spAutoFit/>
          </a:bodyPr>
          <a:lstStyle/>
          <a:p>
            <a:pPr algn="l">
              <a:lnSpc>
                <a:spcPct val="120000"/>
              </a:lnSpc>
            </a:pPr>
            <a:r>
              <a:rPr lang="pt-BR" sz="2200" b="0" i="0">
                <a:solidFill>
                  <a:srgbClr val="D8E4DA"/>
                </a:solidFill>
                <a:latin typeface="DejaVu Sans"/>
              </a:rPr>
              <a:t>Clima, agricultura de precisão, robótica e diagnóstico em campo</a:t>
            </a:r>
            <a:endParaRPr sz="2200" b="0" i="0">
              <a:solidFill>
                <a:srgbClr val="D8E4DA"/>
              </a:solidFill>
              <a:latin typeface="DejaVu Sans"/>
            </a:endParaRPr>
          </a:p>
        </p:txBody>
      </p:sp>
      <p:sp>
        <p:nvSpPr>
          <p:cNvPr id="4" name="Rectangle 3"/>
          <p:cNvSpPr/>
          <p:nvPr/>
        </p:nvSpPr>
        <p:spPr>
          <a:xfrm>
            <a:off x="1005840" y="3584448"/>
            <a:ext cx="2011680" cy="50292"/>
          </a:xfrm>
          <a:prstGeom prst="rect">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3692157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972800" cy="584775"/>
          </a:xfrm>
          <a:prstGeom prst="rect">
            <a:avLst/>
          </a:prstGeom>
          <a:noFill/>
        </p:spPr>
        <p:txBody>
          <a:bodyPr wrap="square" anchor="t">
            <a:spAutoFit/>
          </a:bodyPr>
          <a:lstStyle/>
          <a:p>
            <a:pPr algn="l">
              <a:lnSpc>
                <a:spcPct val="100000"/>
              </a:lnSpc>
            </a:pPr>
            <a:r>
              <a:rPr lang="pt-BR" sz="3200" b="1" i="0" dirty="0">
                <a:solidFill>
                  <a:srgbClr val="4A7C59"/>
                </a:solidFill>
                <a:latin typeface="DejaVu Serif"/>
              </a:rPr>
              <a:t>Modelos de IA para o tempo já têm nível operacional</a:t>
            </a:r>
            <a:endParaRPr sz="3200" b="1" i="0" dirty="0">
              <a:solidFill>
                <a:srgbClr val="4A7C59"/>
              </a:solidFill>
              <a:latin typeface="DejaVu Serif"/>
            </a:endParaRPr>
          </a:p>
        </p:txBody>
      </p:sp>
      <p:sp>
        <p:nvSpPr>
          <p:cNvPr id="4" name="TextBox 3"/>
          <p:cNvSpPr txBox="1"/>
          <p:nvPr/>
        </p:nvSpPr>
        <p:spPr>
          <a:xfrm>
            <a:off x="609447" y="1312051"/>
            <a:ext cx="10972800" cy="338554"/>
          </a:xfrm>
          <a:prstGeom prst="rect">
            <a:avLst/>
          </a:prstGeom>
          <a:noFill/>
        </p:spPr>
        <p:txBody>
          <a:bodyPr wrap="square" anchor="t">
            <a:spAutoFit/>
          </a:bodyPr>
          <a:lstStyle/>
          <a:p>
            <a:pPr algn="l">
              <a:lnSpc>
                <a:spcPct val="100000"/>
              </a:lnSpc>
            </a:pPr>
            <a:r>
              <a:rPr lang="pt-BR" sz="1600" b="0" i="0" dirty="0">
                <a:solidFill>
                  <a:srgbClr val="6B6B6B"/>
                </a:solidFill>
                <a:latin typeface="DejaVu Sans"/>
              </a:rPr>
              <a:t>Os dois resultados são comparações diretas com os principais sistemas físicos de previsão</a:t>
            </a:r>
            <a:endParaRPr sz="1600" b="0" i="0" dirty="0">
              <a:solidFill>
                <a:srgbClr val="6B6B6B"/>
              </a:solidFill>
              <a:latin typeface="DejaVu Sans"/>
            </a:endParaRPr>
          </a:p>
        </p:txBody>
      </p:sp>
      <p:pic>
        <p:nvPicPr>
          <p:cNvPr id="5" name="Picture 4" descr="fig_weather.png"/>
          <p:cNvPicPr>
            <a:picLocks noChangeAspect="1"/>
          </p:cNvPicPr>
          <p:nvPr/>
        </p:nvPicPr>
        <p:blipFill>
          <a:blip r:embed="rId3"/>
          <a:stretch>
            <a:fillRect/>
          </a:stretch>
        </p:blipFill>
        <p:spPr>
          <a:xfrm>
            <a:off x="2752344" y="1975964"/>
            <a:ext cx="7614960" cy="4059076"/>
          </a:xfrm>
          <a:prstGeom prst="rect">
            <a:avLst/>
          </a:prstGeom>
        </p:spPr>
      </p:pic>
      <p:sp>
        <p:nvSpPr>
          <p:cNvPr id="6" name="TextBox 5"/>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4" tooltip="https://doi.org/10.1126/science.adi2336">
                  <a:extLst>
                    <a:ext uri="{A12FA001-AC4F-418D-AE19-62706E023703}">
                      <ahyp:hlinkClr xmlns:ahyp="http://schemas.microsoft.com/office/drawing/2018/hyperlinkcolor" val="tx"/>
                    </a:ext>
                  </a:extLst>
                </a:hlinkClick>
              </a:rPr>
              <a:t>Lam 2023 Science</a:t>
            </a:r>
            <a:r>
              <a:rPr lang="en-US" sz="1000" b="0" i="0">
                <a:solidFill>
                  <a:srgbClr val="6B6B6B"/>
                </a:solidFill>
                <a:latin typeface="DejaVu Sans"/>
              </a:rPr>
              <a:t> · </a:t>
            </a:r>
            <a:r>
              <a:rPr lang="en-US" sz="1000" b="0" i="0" u="sng">
                <a:solidFill>
                  <a:srgbClr val="6B6B6B"/>
                </a:solidFill>
                <a:latin typeface="DejaVu Sans"/>
                <a:hlinkClick r:id="rId5" tooltip="https://doi.org/10.1038/s41586-024-08252-9">
                  <a:extLst>
                    <a:ext uri="{A12FA001-AC4F-418D-AE19-62706E023703}">
                      <ahyp:hlinkClr xmlns:ahyp="http://schemas.microsoft.com/office/drawing/2018/hyperlinkcolor" val="tx"/>
                    </a:ext>
                  </a:extLst>
                </a:hlinkClick>
              </a:rPr>
              <a:t>Price 2025 Nature</a:t>
            </a:r>
            <a:r>
              <a:rPr lang="en-US" sz="1000" b="0" i="0">
                <a:solidFill>
                  <a:srgbClr val="6B6B6B"/>
                </a:solidFill>
                <a:latin typeface="DejaVu Sans"/>
              </a:rPr>
              <a:t> · </a:t>
            </a:r>
            <a:r>
              <a:rPr lang="en-US" sz="1000" b="0" i="0" u="sng">
                <a:solidFill>
                  <a:srgbClr val="6B6B6B"/>
                </a:solidFill>
                <a:latin typeface="DejaVu Sans"/>
                <a:hlinkClick r:id="rId6" tooltip="https://doi.org/10.1038/s41586-025-09005-y">
                  <a:extLst>
                    <a:ext uri="{A12FA001-AC4F-418D-AE19-62706E023703}">
                      <ahyp:hlinkClr xmlns:ahyp="http://schemas.microsoft.com/office/drawing/2018/hyperlinkcolor" val="tx"/>
                    </a:ext>
                  </a:extLst>
                </a:hlinkClick>
              </a:rPr>
              <a:t>Bodnar 2025 Nature</a:t>
            </a:r>
            <a:r>
              <a:rPr lang="en-US" sz="1000" b="0" i="0">
                <a:solidFill>
                  <a:srgbClr val="6B6B6B"/>
                </a:solidFill>
                <a:latin typeface="DejaVu Sans"/>
              </a:rPr>
              <a:t> · </a:t>
            </a:r>
            <a:r>
              <a:rPr lang="en-US" sz="1000" b="0" i="0" u="sng">
                <a:solidFill>
                  <a:srgbClr val="6B6B6B"/>
                </a:solidFill>
                <a:latin typeface="DejaVu Sans"/>
                <a:hlinkClick r:id="rId7" tooltip="https://doi.org/10.1038/s41586-024-07744-y">
                  <a:extLst>
                    <a:ext uri="{A12FA001-AC4F-418D-AE19-62706E023703}">
                      <ahyp:hlinkClr xmlns:ahyp="http://schemas.microsoft.com/office/drawing/2018/hyperlinkcolor" val="tx"/>
                    </a:ext>
                  </a:extLst>
                </a:hlinkClick>
              </a:rPr>
              <a:t>Kochkov 2024 Nature</a:t>
            </a:r>
            <a:endParaRPr sz="1000" b="0" i="0" u="sng">
              <a:solidFill>
                <a:srgbClr val="6B6B6B"/>
              </a:solidFill>
              <a:latin typeface="DejaVu Sans"/>
            </a:endParaRPr>
          </a:p>
        </p:txBody>
      </p:sp>
    </p:spTree>
    <p:extLst>
      <p:ext uri="{BB962C8B-B14F-4D97-AF65-F5344CB8AC3E}">
        <p14:creationId xmlns:p14="http://schemas.microsoft.com/office/powerpoint/2010/main" val="3567099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12503"/>
          </a:xfrm>
          <a:prstGeom prst="rect">
            <a:avLst/>
          </a:prstGeom>
          <a:noFill/>
        </p:spPr>
        <p:txBody>
          <a:bodyPr wrap="square" anchor="t">
            <a:spAutoFit/>
          </a:bodyPr>
          <a:lstStyle/>
          <a:p>
            <a:pPr algn="l">
              <a:lnSpc>
                <a:spcPct val="105000"/>
              </a:lnSpc>
            </a:pPr>
            <a:r>
              <a:rPr lang="pt-BR" sz="4000" b="1" i="0">
                <a:solidFill>
                  <a:srgbClr val="B7472A"/>
                </a:solidFill>
                <a:latin typeface="DejaVu Serif"/>
              </a:rPr>
              <a:t>Da Nature a 38 milhões de agricultores em um ano</a:t>
            </a:r>
            <a:endParaRPr sz="4000" b="1" i="0">
              <a:solidFill>
                <a:srgbClr val="B7472A"/>
              </a:solidFill>
              <a:latin typeface="DejaVu Serif"/>
            </a:endParaRPr>
          </a:p>
        </p:txBody>
      </p:sp>
      <p:sp>
        <p:nvSpPr>
          <p:cNvPr id="4" name="Oval 3"/>
          <p:cNvSpPr/>
          <p:nvPr/>
        </p:nvSpPr>
        <p:spPr>
          <a:xfrm>
            <a:off x="713232" y="1938528"/>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783080"/>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2024: o NeuralGCM publica simulação climática híbrida, física mais machine learning</a:t>
            </a:r>
            <a:endParaRPr sz="1900" b="0" i="0">
              <a:solidFill>
                <a:srgbClr val="2E3A2F"/>
              </a:solidFill>
              <a:latin typeface="DejaVu Sans"/>
            </a:endParaRPr>
          </a:p>
        </p:txBody>
      </p:sp>
      <p:sp>
        <p:nvSpPr>
          <p:cNvPr id="6" name="Oval 5"/>
          <p:cNvSpPr/>
          <p:nvPr/>
        </p:nvSpPr>
        <p:spPr>
          <a:xfrm>
            <a:off x="713232" y="2999232"/>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843784"/>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2025: uma combinação de NeuralGCM, AIFS do ECMWF e dados históricos previu o início da monção indiana com até um mês de antecedência</a:t>
            </a:r>
            <a:endParaRPr sz="1900" b="0" i="0">
              <a:solidFill>
                <a:srgbClr val="2E3A2F"/>
              </a:solidFill>
              <a:latin typeface="DejaVu Sans"/>
            </a:endParaRPr>
          </a:p>
        </p:txBody>
      </p:sp>
      <p:sp>
        <p:nvSpPr>
          <p:cNvPr id="8" name="Oval 7"/>
          <p:cNvSpPr/>
          <p:nvPr/>
        </p:nvSpPr>
        <p:spPr>
          <a:xfrm>
            <a:off x="713232" y="4059936"/>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904488"/>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As previsões chegaram por SMS a 38 milhões de agricultores, com o Ministério da Agricultura da Índia</a:t>
            </a:r>
            <a:endParaRPr sz="1900" b="0" i="0">
              <a:solidFill>
                <a:srgbClr val="2E3A2F"/>
              </a:solidFill>
              <a:latin typeface="DejaVu Sans"/>
            </a:endParaRPr>
          </a:p>
        </p:txBody>
      </p:sp>
      <p:sp>
        <p:nvSpPr>
          <p:cNvPr id="10" name="Oval 9"/>
          <p:cNvSpPr/>
          <p:nvPr/>
        </p:nvSpPr>
        <p:spPr>
          <a:xfrm>
            <a:off x="713232" y="5120640"/>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965192"/>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O modelo foi escolhido por benchmarks de decisão: ele melhora a decisão de semeadura, e não só um erro médio global?</a:t>
            </a:r>
            <a:endParaRPr sz="1900" b="0" i="0">
              <a:solidFill>
                <a:srgbClr val="2E3A2F"/>
              </a:solidFill>
              <a:latin typeface="DejaVu Sans"/>
            </a:endParaRPr>
          </a:p>
        </p:txBody>
      </p:sp>
      <p:sp>
        <p:nvSpPr>
          <p:cNvPr id="12" name="TextBox 11"/>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doi.org/10.1038/s41586-024-07744-y">
                  <a:extLst>
                    <a:ext uri="{A12FA001-AC4F-418D-AE19-62706E023703}">
                      <ahyp:hlinkClr xmlns:ahyp="http://schemas.microsoft.com/office/drawing/2018/hyperlinkcolor" val="tx"/>
                    </a:ext>
                  </a:extLst>
                </a:hlinkClick>
              </a:rPr>
              <a:t>Kochkov 2024 Nature</a:t>
            </a:r>
            <a:r>
              <a:rPr lang="en-US" sz="1000" b="0" i="0">
                <a:solidFill>
                  <a:srgbClr val="6B6B6B"/>
                </a:solidFill>
                <a:latin typeface="DejaVu Sans"/>
              </a:rPr>
              <a:t> · </a:t>
            </a:r>
            <a:r>
              <a:rPr lang="en-US" sz="1000" b="0" i="0" u="sng">
                <a:solidFill>
                  <a:srgbClr val="6B6B6B"/>
                </a:solidFill>
                <a:latin typeface="DejaVu Sans"/>
                <a:hlinkClick r:id="rId4" tooltip="https://blog.google/innovation-and-ai/technology/research/indian-farmers-monsoon-prediction/">
                  <a:extLst>
                    <a:ext uri="{A12FA001-AC4F-418D-AE19-62706E023703}">
                      <ahyp:hlinkClr xmlns:ahyp="http://schemas.microsoft.com/office/drawing/2018/hyperlinkcolor" val="tx"/>
                    </a:ext>
                  </a:extLst>
                </a:hlinkClick>
              </a:rPr>
              <a:t>Google Research 2025 blog [empresa]</a:t>
            </a:r>
            <a:r>
              <a:rPr lang="en-US" sz="1000" b="0" i="0">
                <a:solidFill>
                  <a:srgbClr val="6B6B6B"/>
                </a:solidFill>
                <a:latin typeface="DejaVu Sans"/>
              </a:rPr>
              <a:t> · </a:t>
            </a:r>
            <a:r>
              <a:rPr lang="en-US" sz="1000" b="0" i="0" u="sng">
                <a:solidFill>
                  <a:srgbClr val="6B6B6B"/>
                </a:solidFill>
                <a:latin typeface="DejaVu Sans"/>
                <a:hlinkClick r:id="rId5" tooltip="https://doi.org/10.48550/arxiv.2602.03767">
                  <a:extLst>
                    <a:ext uri="{A12FA001-AC4F-418D-AE19-62706E023703}">
                      <ahyp:hlinkClr xmlns:ahyp="http://schemas.microsoft.com/office/drawing/2018/hyperlinkcolor" val="tx"/>
                    </a:ext>
                  </a:extLst>
                </a:hlinkClick>
              </a:rPr>
              <a:t>Masiwal 2026 arXiv [preprint]</a:t>
            </a:r>
            <a:endParaRPr sz="1000" b="0" i="0" u="sng">
              <a:solidFill>
                <a:srgbClr val="6B6B6B"/>
              </a:solidFill>
              <a:latin typeface="DejaVu Sans"/>
            </a:endParaRPr>
          </a:p>
        </p:txBody>
      </p:sp>
    </p:spTree>
    <p:extLst>
      <p:ext uri="{BB962C8B-B14F-4D97-AF65-F5344CB8AC3E}">
        <p14:creationId xmlns:p14="http://schemas.microsoft.com/office/powerpoint/2010/main" val="2476506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pt-BR" sz="3200" b="1" i="0">
                <a:solidFill>
                  <a:srgbClr val="4A7C59"/>
                </a:solidFill>
                <a:latin typeface="DejaVu Serif"/>
              </a:rPr>
              <a:t>Agro digital: do pulverizador ao pomar</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Pulverização seletiva: câmeras e visão computacional aplicam herbicida só onde há planta daninha (John Deere See &amp; Spray)</a:t>
            </a:r>
            <a:endParaRPr sz="1700" b="0" i="0">
              <a:solidFill>
                <a:srgbClr val="2E3A2F"/>
              </a:solidFill>
              <a:latin typeface="DejaVu Sans"/>
            </a:endParaRPr>
          </a:p>
        </p:txBody>
      </p:sp>
      <p:sp>
        <p:nvSpPr>
          <p:cNvPr id="6" name="Oval 5"/>
          <p:cNvSpPr/>
          <p:nvPr/>
        </p:nvSpPr>
        <p:spPr>
          <a:xfrm>
            <a:off x="713232" y="25237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3774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Diagnóstico offline no celular: o PlantVillage Nuru identificou doenças da mandioca com 65% de acerto, contra 40-58% de extensionistas e 18-31% de agricultores</a:t>
            </a:r>
            <a:endParaRPr sz="1700" b="0" i="0">
              <a:solidFill>
                <a:srgbClr val="2E3A2F"/>
              </a:solidFill>
              <a:latin typeface="DejaVu Sans"/>
            </a:endParaRPr>
          </a:p>
        </p:txBody>
      </p:sp>
      <p:sp>
        <p:nvSpPr>
          <p:cNvPr id="8" name="Oval 7"/>
          <p:cNvSpPr/>
          <p:nvPr/>
        </p:nvSpPr>
        <p:spPr>
          <a:xfrm>
            <a:off x="713232" y="34381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2918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Robótica no Brasil: robôs autônomos de campo (Solinftec Solix) monitoram lavouras e fazem aplicação localizada</a:t>
            </a:r>
            <a:endParaRPr sz="1700" b="0" i="0">
              <a:solidFill>
                <a:srgbClr val="2E3A2F"/>
              </a:solidFill>
              <a:latin typeface="DejaVu Sans"/>
            </a:endParaRPr>
          </a:p>
        </p:txBody>
      </p:sp>
      <p:sp>
        <p:nvSpPr>
          <p:cNvPr id="10" name="Oval 9"/>
          <p:cNvSpPr/>
          <p:nvPr/>
        </p:nvSpPr>
        <p:spPr>
          <a:xfrm>
            <a:off x="713232" y="43525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2062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Gêmeo digital de tangerina em ~185.000 ha: a variação dentro do pomar explica a qualidade do fruto muito mais que a variação entre pomares</a:t>
            </a:r>
            <a:endParaRPr sz="1700" b="0" i="0">
              <a:solidFill>
                <a:srgbClr val="2E3A2F"/>
              </a:solidFill>
              <a:latin typeface="DejaVu Sans"/>
            </a:endParaRPr>
          </a:p>
        </p:txBody>
      </p:sp>
      <p:sp>
        <p:nvSpPr>
          <p:cNvPr id="12" name="Oval 11"/>
          <p:cNvSpPr/>
          <p:nvPr/>
        </p:nvSpPr>
        <p:spPr>
          <a:xfrm>
            <a:off x="713232" y="52669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51206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AlphaEarth Foundations: camadas anuais globais de embeddings (2017-2024) - uma covariável ambiental gratuita para ensaios multiambiente (preprint)</a:t>
            </a:r>
            <a:endParaRPr sz="1700" b="0" i="0">
              <a:solidFill>
                <a:srgbClr val="2E3A2F"/>
              </a:solidFill>
              <a:latin typeface="DejaVu Sans"/>
            </a:endParaRPr>
          </a:p>
        </p:txBody>
      </p:sp>
      <p:sp>
        <p:nvSpPr>
          <p:cNvPr id="14" name="TextBox 13"/>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www.deere.com/en/sprayers/see-spray/">
                  <a:extLst>
                    <a:ext uri="{A12FA001-AC4F-418D-AE19-62706E023703}">
                      <ahyp:hlinkClr xmlns:ahyp="http://schemas.microsoft.com/office/drawing/2018/hyperlinkcolor" val="tx"/>
                    </a:ext>
                  </a:extLst>
                </a:hlinkClick>
              </a:rPr>
              <a:t>John Deere See &amp; Spray [empresa]</a:t>
            </a:r>
            <a:r>
              <a:rPr lang="en-US" sz="1000" b="0" i="0">
                <a:solidFill>
                  <a:srgbClr val="6B6B6B"/>
                </a:solidFill>
                <a:latin typeface="DejaVu Sans"/>
              </a:rPr>
              <a:t> · </a:t>
            </a:r>
            <a:r>
              <a:rPr lang="en-US" sz="1000" b="0" i="0" u="sng">
                <a:solidFill>
                  <a:srgbClr val="6B6B6B"/>
                </a:solidFill>
                <a:latin typeface="DejaVu Sans"/>
                <a:hlinkClick r:id="rId4" tooltip="https://doi.org/10.3389/fpls.2020.590889">
                  <a:extLst>
                    <a:ext uri="{A12FA001-AC4F-418D-AE19-62706E023703}">
                      <ahyp:hlinkClr xmlns:ahyp="http://schemas.microsoft.com/office/drawing/2018/hyperlinkcolor" val="tx"/>
                    </a:ext>
                  </a:extLst>
                </a:hlinkClick>
              </a:rPr>
              <a:t>Mrisho 2020 Front Plant Sci</a:t>
            </a:r>
            <a:r>
              <a:rPr lang="en-US" sz="1000" b="0" i="0">
                <a:solidFill>
                  <a:srgbClr val="6B6B6B"/>
                </a:solidFill>
                <a:latin typeface="DejaVu Sans"/>
              </a:rPr>
              <a:t> · </a:t>
            </a:r>
            <a:r>
              <a:rPr lang="en-US" sz="1000" b="0" i="0" u="sng">
                <a:solidFill>
                  <a:srgbClr val="6B6B6B"/>
                </a:solidFill>
                <a:latin typeface="DejaVu Sans"/>
                <a:hlinkClick r:id="rId5" tooltip="https://www.solinftec.com/">
                  <a:extLst>
                    <a:ext uri="{A12FA001-AC4F-418D-AE19-62706E023703}">
                      <ahyp:hlinkClr xmlns:ahyp="http://schemas.microsoft.com/office/drawing/2018/hyperlinkcolor" val="tx"/>
                    </a:ext>
                  </a:extLst>
                </a:hlinkClick>
              </a:rPr>
              <a:t>Solinftec [empresa]</a:t>
            </a:r>
            <a:r>
              <a:rPr lang="en-US" sz="1000" b="0" i="0">
                <a:solidFill>
                  <a:srgbClr val="6B6B6B"/>
                </a:solidFill>
                <a:latin typeface="DejaVu Sans"/>
              </a:rPr>
              <a:t> · </a:t>
            </a:r>
            <a:r>
              <a:rPr lang="en-US" sz="1000" b="0" i="0" u="sng">
                <a:solidFill>
                  <a:srgbClr val="6B6B6B"/>
                </a:solidFill>
                <a:latin typeface="DejaVu Sans"/>
                <a:hlinkClick r:id="rId6" tooltip="https://doi.org/10.1038/s41467-024-45725-x">
                  <a:extLst>
                    <a:ext uri="{A12FA001-AC4F-418D-AE19-62706E023703}">
                      <ahyp:hlinkClr xmlns:ahyp="http://schemas.microsoft.com/office/drawing/2018/hyperlinkcolor" val="tx"/>
                    </a:ext>
                  </a:extLst>
                </a:hlinkClick>
              </a:rPr>
              <a:t>Kim 2024 Nat Commun</a:t>
            </a:r>
            <a:r>
              <a:rPr lang="en-US" sz="1000" b="0" i="0">
                <a:solidFill>
                  <a:srgbClr val="6B6B6B"/>
                </a:solidFill>
                <a:latin typeface="DejaVu Sans"/>
              </a:rPr>
              <a:t> · </a:t>
            </a:r>
            <a:r>
              <a:rPr lang="en-US" sz="1000" b="0" i="0" u="sng">
                <a:solidFill>
                  <a:srgbClr val="6B6B6B"/>
                </a:solidFill>
                <a:latin typeface="DejaVu Sans"/>
                <a:hlinkClick r:id="rId7" tooltip="https://doi.org/10.48550/arxiv.2507.22291">
                  <a:extLst>
                    <a:ext uri="{A12FA001-AC4F-418D-AE19-62706E023703}">
                      <ahyp:hlinkClr xmlns:ahyp="http://schemas.microsoft.com/office/drawing/2018/hyperlinkcolor" val="tx"/>
                    </a:ext>
                  </a:extLst>
                </a:hlinkClick>
              </a:rPr>
              <a:t>Brown 2025 arXiv [preprint]</a:t>
            </a:r>
            <a:endParaRPr sz="1000" b="0" i="0" u="sng">
              <a:solidFill>
                <a:srgbClr val="6B6B6B"/>
              </a:solidFill>
              <a:latin typeface="DejaVu Sans"/>
            </a:endParaRPr>
          </a:p>
        </p:txBody>
      </p:sp>
    </p:spTree>
    <p:extLst>
      <p:ext uri="{BB962C8B-B14F-4D97-AF65-F5344CB8AC3E}">
        <p14:creationId xmlns:p14="http://schemas.microsoft.com/office/powerpoint/2010/main" val="575584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4A7C59"/>
        </a:solidFill>
        <a:effectLst/>
      </p:bgPr>
    </p:bg>
    <p:spTree>
      <p:nvGrpSpPr>
        <p:cNvPr id="1" name=""/>
        <p:cNvGrpSpPr/>
        <p:nvPr/>
      </p:nvGrpSpPr>
      <p:grpSpPr>
        <a:xfrm>
          <a:off x="0" y="0"/>
          <a:ext cx="0" cy="0"/>
          <a:chOff x="0" y="0"/>
          <a:chExt cx="0" cy="0"/>
        </a:xfrm>
      </p:grpSpPr>
      <p:sp>
        <p:nvSpPr>
          <p:cNvPr id="2" name="TextBox 1"/>
          <p:cNvSpPr txBox="1"/>
          <p:nvPr/>
        </p:nvSpPr>
        <p:spPr>
          <a:xfrm>
            <a:off x="944880" y="2815007"/>
            <a:ext cx="10241280" cy="769441"/>
          </a:xfrm>
          <a:prstGeom prst="rect">
            <a:avLst/>
          </a:prstGeom>
          <a:noFill/>
        </p:spPr>
        <p:txBody>
          <a:bodyPr wrap="square" anchor="t">
            <a:spAutoFit/>
          </a:bodyPr>
          <a:lstStyle/>
          <a:p>
            <a:pPr algn="l">
              <a:lnSpc>
                <a:spcPct val="100000"/>
              </a:lnSpc>
            </a:pPr>
            <a:r>
              <a:rPr lang="pt-BR" sz="4400" b="1" i="0" dirty="0">
                <a:solidFill>
                  <a:srgbClr val="FFFFFF"/>
                </a:solidFill>
                <a:latin typeface="DejaVu Serif"/>
              </a:rPr>
              <a:t>Parte 4 - Além do agro</a:t>
            </a:r>
            <a:endParaRPr sz="4400" b="1" i="0" dirty="0">
              <a:solidFill>
                <a:srgbClr val="FFFFFF"/>
              </a:solidFill>
              <a:latin typeface="DejaVu Serif"/>
            </a:endParaRPr>
          </a:p>
        </p:txBody>
      </p:sp>
      <p:sp>
        <p:nvSpPr>
          <p:cNvPr id="3" name="TextBox 2"/>
          <p:cNvSpPr txBox="1"/>
          <p:nvPr/>
        </p:nvSpPr>
        <p:spPr>
          <a:xfrm>
            <a:off x="1005840" y="3703320"/>
            <a:ext cx="10241280" cy="455509"/>
          </a:xfrm>
          <a:prstGeom prst="rect">
            <a:avLst/>
          </a:prstGeom>
          <a:noFill/>
        </p:spPr>
        <p:txBody>
          <a:bodyPr wrap="square" anchor="t">
            <a:spAutoFit/>
          </a:bodyPr>
          <a:lstStyle/>
          <a:p>
            <a:pPr algn="l">
              <a:lnSpc>
                <a:spcPct val="120000"/>
              </a:lnSpc>
            </a:pPr>
            <a:r>
              <a:rPr lang="pt-BR" sz="2200" b="0" i="0">
                <a:solidFill>
                  <a:srgbClr val="D8E4DA"/>
                </a:solidFill>
                <a:latin typeface="DejaVu Sans"/>
              </a:rPr>
              <a:t>A mesma tecnologia, já validada em outras ciências</a:t>
            </a:r>
            <a:endParaRPr sz="2200" b="0" i="0">
              <a:solidFill>
                <a:srgbClr val="D8E4DA"/>
              </a:solidFill>
              <a:latin typeface="DejaVu Sans"/>
            </a:endParaRPr>
          </a:p>
        </p:txBody>
      </p:sp>
      <p:sp>
        <p:nvSpPr>
          <p:cNvPr id="4" name="Rectangle 3"/>
          <p:cNvSpPr/>
          <p:nvPr/>
        </p:nvSpPr>
        <p:spPr>
          <a:xfrm>
            <a:off x="1005840" y="3584448"/>
            <a:ext cx="2011680" cy="50292"/>
          </a:xfrm>
          <a:prstGeom prst="rect">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883099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dirty="0"/>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pt-BR" sz="3200" b="1" i="0">
                <a:solidFill>
                  <a:srgbClr val="4A7C59"/>
                </a:solidFill>
                <a:latin typeface="DejaVu Serif"/>
              </a:rPr>
              <a:t>O que vocês já praticaram - e para onde vai</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560923"/>
          </a:xfrm>
          <a:prstGeom prst="rect">
            <a:avLst/>
          </a:prstGeom>
          <a:noFill/>
        </p:spPr>
        <p:txBody>
          <a:bodyPr wrap="square" lIns="91440" tIns="25400" rIns="91440" bIns="25400" anchor="t">
            <a:spAutoFit/>
          </a:bodyPr>
          <a:lstStyle/>
          <a:p>
            <a:pPr algn="l">
              <a:lnSpc>
                <a:spcPct val="92000"/>
              </a:lnSpc>
            </a:pPr>
            <a:r>
              <a:rPr lang="pt-BR" b="0" i="0">
                <a:solidFill>
                  <a:srgbClr val="2E3A2F"/>
                </a:solidFill>
                <a:latin typeface="DejaVu Sans" panose="020B0603030804020204" pitchFamily="34" charset="0"/>
              </a:rPr>
              <a:t>Saúde: o AlphaMissense classificou 89% das 71 milhões de variantes missense humanas possíveis - o análogo dos escores de variantes da Parte 1</a:t>
            </a:r>
            <a:endParaRPr b="0" i="0">
              <a:solidFill>
                <a:srgbClr val="2E3A2F"/>
              </a:solidFill>
              <a:latin typeface="DejaVu Sans" panose="020B0603030804020204" pitchFamily="34" charset="0"/>
            </a:endParaRPr>
          </a:p>
        </p:txBody>
      </p:sp>
      <p:sp>
        <p:nvSpPr>
          <p:cNvPr id="6" name="Oval 5"/>
          <p:cNvSpPr/>
          <p:nvPr/>
        </p:nvSpPr>
        <p:spPr>
          <a:xfrm>
            <a:off x="713232" y="25237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377440"/>
            <a:ext cx="10332720" cy="560923"/>
          </a:xfrm>
          <a:prstGeom prst="rect">
            <a:avLst/>
          </a:prstGeom>
          <a:noFill/>
        </p:spPr>
        <p:txBody>
          <a:bodyPr wrap="square" lIns="91440" tIns="25400" rIns="91440" bIns="25400" anchor="t">
            <a:spAutoFit/>
          </a:bodyPr>
          <a:lstStyle/>
          <a:p>
            <a:pPr algn="l">
              <a:lnSpc>
                <a:spcPct val="92000"/>
              </a:lnSpc>
            </a:pPr>
            <a:r>
              <a:rPr lang="pt-BR" b="0" i="0">
                <a:solidFill>
                  <a:srgbClr val="2E3A2F"/>
                </a:solidFill>
                <a:latin typeface="DejaVu Sans" panose="020B0603030804020204" pitchFamily="34" charset="0"/>
              </a:rPr>
              <a:t>Agentes científicos: o Robin propôs e validou o ripasudil para degeneração macular seca; modelos de genoma geraram bacteriófagos completos, 16 deles viáveis</a:t>
            </a:r>
            <a:endParaRPr b="0" i="0">
              <a:solidFill>
                <a:srgbClr val="2E3A2F"/>
              </a:solidFill>
              <a:latin typeface="DejaVu Sans" panose="020B0603030804020204" pitchFamily="34" charset="0"/>
            </a:endParaRPr>
          </a:p>
        </p:txBody>
      </p:sp>
      <p:sp>
        <p:nvSpPr>
          <p:cNvPr id="8" name="Oval 7"/>
          <p:cNvSpPr/>
          <p:nvPr/>
        </p:nvSpPr>
        <p:spPr>
          <a:xfrm>
            <a:off x="713232" y="34381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291840"/>
            <a:ext cx="10332720" cy="560923"/>
          </a:xfrm>
          <a:prstGeom prst="rect">
            <a:avLst/>
          </a:prstGeom>
          <a:noFill/>
        </p:spPr>
        <p:txBody>
          <a:bodyPr wrap="square" lIns="91440" tIns="25400" rIns="91440" bIns="25400" anchor="t">
            <a:spAutoFit/>
          </a:bodyPr>
          <a:lstStyle/>
          <a:p>
            <a:pPr algn="l">
              <a:lnSpc>
                <a:spcPct val="92000"/>
              </a:lnSpc>
            </a:pPr>
            <a:r>
              <a:rPr lang="pt-BR" b="0" i="0">
                <a:solidFill>
                  <a:srgbClr val="2E3A2F"/>
                </a:solidFill>
                <a:latin typeface="DejaVu Sans" panose="020B0603030804020204" pitchFamily="34" charset="0"/>
              </a:rPr>
              <a:t>Materiais: o GNoME previu 2,2 milhões de novas estruturas cristalinas estáveis - 736 já foram obtidas experimentalmente por outros grupos</a:t>
            </a:r>
            <a:endParaRPr b="0" i="0">
              <a:solidFill>
                <a:srgbClr val="2E3A2F"/>
              </a:solidFill>
              <a:latin typeface="DejaVu Sans" panose="020B0603030804020204" pitchFamily="34" charset="0"/>
            </a:endParaRPr>
          </a:p>
        </p:txBody>
      </p:sp>
      <p:sp>
        <p:nvSpPr>
          <p:cNvPr id="10" name="Oval 9"/>
          <p:cNvSpPr/>
          <p:nvPr/>
        </p:nvSpPr>
        <p:spPr>
          <a:xfrm>
            <a:off x="713232" y="43525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206240"/>
            <a:ext cx="10332720" cy="815736"/>
          </a:xfrm>
          <a:prstGeom prst="rect">
            <a:avLst/>
          </a:prstGeom>
          <a:noFill/>
        </p:spPr>
        <p:txBody>
          <a:bodyPr wrap="square" lIns="91440" tIns="25400" rIns="91440" bIns="25400" anchor="t">
            <a:spAutoFit/>
          </a:bodyPr>
          <a:lstStyle/>
          <a:p>
            <a:pPr algn="l">
              <a:lnSpc>
                <a:spcPct val="92000"/>
              </a:lnSpc>
            </a:pPr>
            <a:r>
              <a:rPr lang="pt-BR" b="0" i="0">
                <a:solidFill>
                  <a:srgbClr val="2E3A2F"/>
                </a:solidFill>
                <a:latin typeface="DejaVu Sans" panose="020B0603030804020204" pitchFamily="34" charset="0"/>
              </a:rPr>
              <a:t>Matemática e energia: o AlphaGeometry resolveu 25 de 30 problemas de olimpíada (nível ouro na IMO em 2025); aprendizado por reforço controlou o plasma de um tokamak real</a:t>
            </a:r>
            <a:endParaRPr b="0" i="0">
              <a:solidFill>
                <a:srgbClr val="2E3A2F"/>
              </a:solidFill>
              <a:latin typeface="DejaVu Sans" panose="020B0603030804020204" pitchFamily="34" charset="0"/>
            </a:endParaRPr>
          </a:p>
        </p:txBody>
      </p:sp>
      <p:sp>
        <p:nvSpPr>
          <p:cNvPr id="12" name="Oval 11"/>
          <p:cNvSpPr/>
          <p:nvPr/>
        </p:nvSpPr>
        <p:spPr>
          <a:xfrm>
            <a:off x="713232" y="52669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5120640"/>
            <a:ext cx="10332720" cy="560923"/>
          </a:xfrm>
          <a:prstGeom prst="rect">
            <a:avLst/>
          </a:prstGeom>
          <a:noFill/>
        </p:spPr>
        <p:txBody>
          <a:bodyPr wrap="square" lIns="91440" tIns="25400" rIns="91440" bIns="25400" anchor="t">
            <a:spAutoFit/>
          </a:bodyPr>
          <a:lstStyle/>
          <a:p>
            <a:pPr algn="l">
              <a:lnSpc>
                <a:spcPct val="92000"/>
              </a:lnSpc>
            </a:pPr>
            <a:r>
              <a:rPr lang="pt-BR" b="0" i="0">
                <a:solidFill>
                  <a:srgbClr val="2E3A2F"/>
                </a:solidFill>
                <a:latin typeface="DejaVu Sans" panose="020B0603030804020204" pitchFamily="34" charset="0"/>
              </a:rPr>
              <a:t>Dois Nobel em 2024 - Física (Hopfield e Hinton) e Química (Baker, Hassabis e Jumper) - marcam a mudança de status da IA na ciência</a:t>
            </a:r>
            <a:endParaRPr b="0" i="0">
              <a:solidFill>
                <a:srgbClr val="2E3A2F"/>
              </a:solidFill>
              <a:latin typeface="DejaVu Sans" panose="020B0603030804020204" pitchFamily="34" charset="0"/>
            </a:endParaRPr>
          </a:p>
        </p:txBody>
      </p:sp>
      <p:sp>
        <p:nvSpPr>
          <p:cNvPr id="14" name="TextBox 13"/>
          <p:cNvSpPr txBox="1"/>
          <p:nvPr/>
        </p:nvSpPr>
        <p:spPr>
          <a:xfrm>
            <a:off x="502920" y="6144768"/>
            <a:ext cx="11201400" cy="414409"/>
          </a:xfrm>
          <a:prstGeom prst="rect">
            <a:avLst/>
          </a:prstGeom>
          <a:noFill/>
        </p:spPr>
        <p:txBody>
          <a:bodyPr wrap="square" anchor="t">
            <a:spAutoFit/>
          </a:bodyPr>
          <a:lstStyle/>
          <a:p>
            <a:pPr algn="l">
              <a:lnSpc>
                <a:spcPct val="108000"/>
              </a:lnSpc>
            </a:pPr>
            <a:r>
              <a:rPr lang="en-US" sz="1000" b="0" i="0" u="sng">
                <a:solidFill>
                  <a:srgbClr val="6B6B6B"/>
                </a:solidFill>
                <a:latin typeface="DejaVu Sans" panose="020B0603030804020204" pitchFamily="34" charset="0"/>
                <a:hlinkClick r:id="rId3" tooltip="https://doi.org/10.1126/science.adg7492">
                  <a:extLst>
                    <a:ext uri="{A12FA001-AC4F-418D-AE19-62706E023703}">
                      <ahyp:hlinkClr xmlns:ahyp="http://schemas.microsoft.com/office/drawing/2018/hyperlinkcolor" val="tx"/>
                    </a:ext>
                  </a:extLst>
                </a:hlinkClick>
              </a:rPr>
              <a:t>Cheng 2023 Science</a:t>
            </a:r>
            <a:r>
              <a:rPr lang="en-US" sz="1000" b="0" i="0">
                <a:solidFill>
                  <a:srgbClr val="6B6B6B"/>
                </a:solidFill>
                <a:latin typeface="DejaVu Sans" panose="020B0603030804020204" pitchFamily="34" charset="0"/>
              </a:rPr>
              <a:t> · </a:t>
            </a:r>
            <a:r>
              <a:rPr lang="en-US" sz="1000" b="0" i="0" u="sng">
                <a:solidFill>
                  <a:srgbClr val="6B6B6B"/>
                </a:solidFill>
                <a:latin typeface="DejaVu Sans" panose="020B0603030804020204" pitchFamily="34" charset="0"/>
                <a:hlinkClick r:id="rId4" tooltip="https://doi.org/10.1038/s41586-026-10652-y">
                  <a:extLst>
                    <a:ext uri="{A12FA001-AC4F-418D-AE19-62706E023703}">
                      <ahyp:hlinkClr xmlns:ahyp="http://schemas.microsoft.com/office/drawing/2018/hyperlinkcolor" val="tx"/>
                    </a:ext>
                  </a:extLst>
                </a:hlinkClick>
              </a:rPr>
              <a:t>Ghareeb 2026 Nature</a:t>
            </a:r>
            <a:r>
              <a:rPr lang="en-US" sz="1000" b="0" i="0">
                <a:solidFill>
                  <a:srgbClr val="6B6B6B"/>
                </a:solidFill>
                <a:latin typeface="DejaVu Sans" panose="020B0603030804020204" pitchFamily="34" charset="0"/>
              </a:rPr>
              <a:t> · </a:t>
            </a:r>
            <a:r>
              <a:rPr lang="en-US" sz="1000" b="0" i="0" u="sng">
                <a:solidFill>
                  <a:srgbClr val="6B6B6B"/>
                </a:solidFill>
                <a:latin typeface="DejaVu Sans" panose="020B0603030804020204" pitchFamily="34" charset="0"/>
                <a:hlinkClick r:id="rId5" tooltip="https://doi.org/10.1126/science.aec2657">
                  <a:extLst>
                    <a:ext uri="{A12FA001-AC4F-418D-AE19-62706E023703}">
                      <ahyp:hlinkClr xmlns:ahyp="http://schemas.microsoft.com/office/drawing/2018/hyperlinkcolor" val="tx"/>
                    </a:ext>
                  </a:extLst>
                </a:hlinkClick>
              </a:rPr>
              <a:t>King 2026 Science</a:t>
            </a:r>
            <a:r>
              <a:rPr lang="en-US" sz="1000" b="0" i="0">
                <a:solidFill>
                  <a:srgbClr val="6B6B6B"/>
                </a:solidFill>
                <a:latin typeface="DejaVu Sans" panose="020B0603030804020204" pitchFamily="34" charset="0"/>
              </a:rPr>
              <a:t> · </a:t>
            </a:r>
            <a:r>
              <a:rPr lang="en-US" sz="1000" b="0" i="0" u="sng">
                <a:solidFill>
                  <a:srgbClr val="6B6B6B"/>
                </a:solidFill>
                <a:latin typeface="DejaVu Sans" panose="020B0603030804020204" pitchFamily="34" charset="0"/>
                <a:hlinkClick r:id="rId6" tooltip="https://doi.org/10.1038/s41586-023-06735-9">
                  <a:extLst>
                    <a:ext uri="{A12FA001-AC4F-418D-AE19-62706E023703}">
                      <ahyp:hlinkClr xmlns:ahyp="http://schemas.microsoft.com/office/drawing/2018/hyperlinkcolor" val="tx"/>
                    </a:ext>
                  </a:extLst>
                </a:hlinkClick>
              </a:rPr>
              <a:t>Merchant 2023 Nature</a:t>
            </a:r>
            <a:r>
              <a:rPr lang="en-US" sz="1000" b="0" i="0">
                <a:solidFill>
                  <a:srgbClr val="6B6B6B"/>
                </a:solidFill>
                <a:latin typeface="DejaVu Sans" panose="020B0603030804020204" pitchFamily="34" charset="0"/>
              </a:rPr>
              <a:t> · </a:t>
            </a:r>
            <a:r>
              <a:rPr lang="en-US" sz="1000" b="0" i="0" u="sng">
                <a:solidFill>
                  <a:srgbClr val="6B6B6B"/>
                </a:solidFill>
                <a:latin typeface="DejaVu Sans" panose="020B0603030804020204" pitchFamily="34" charset="0"/>
                <a:hlinkClick r:id="rId7" tooltip="https://doi.org/10.1038/s41586-023-06747-5">
                  <a:extLst>
                    <a:ext uri="{A12FA001-AC4F-418D-AE19-62706E023703}">
                      <ahyp:hlinkClr xmlns:ahyp="http://schemas.microsoft.com/office/drawing/2018/hyperlinkcolor" val="tx"/>
                    </a:ext>
                  </a:extLst>
                </a:hlinkClick>
              </a:rPr>
              <a:t>Trinh 2024 Nature</a:t>
            </a:r>
            <a:r>
              <a:rPr lang="en-US" sz="1000" b="0" i="0">
                <a:solidFill>
                  <a:srgbClr val="6B6B6B"/>
                </a:solidFill>
                <a:latin typeface="DejaVu Sans" panose="020B0603030804020204" pitchFamily="34" charset="0"/>
              </a:rPr>
              <a:t> · </a:t>
            </a:r>
            <a:r>
              <a:rPr lang="en-US" sz="1000" b="0" i="0" u="sng">
                <a:solidFill>
                  <a:srgbClr val="6B6B6B"/>
                </a:solidFill>
                <a:latin typeface="DejaVu Sans" panose="020B0603030804020204" pitchFamily="34" charset="0"/>
                <a:hlinkClick r:id="rId8" tooltip="https://deepmind.google/discover/blog/advanced-version-of-gemini-with-deep-think-officially-achieves-gold-medal-standard-at-the-international-mathematical-olympiad/">
                  <a:extLst>
                    <a:ext uri="{A12FA001-AC4F-418D-AE19-62706E023703}">
                      <ahyp:hlinkClr xmlns:ahyp="http://schemas.microsoft.com/office/drawing/2018/hyperlinkcolor" val="tx"/>
                    </a:ext>
                  </a:extLst>
                </a:hlinkClick>
              </a:rPr>
              <a:t>Google DeepMind 2025 [empresa]</a:t>
            </a:r>
            <a:r>
              <a:rPr lang="en-US" sz="1000" b="0" i="0">
                <a:solidFill>
                  <a:srgbClr val="6B6B6B"/>
                </a:solidFill>
                <a:latin typeface="DejaVu Sans" panose="020B0603030804020204" pitchFamily="34" charset="0"/>
              </a:rPr>
              <a:t> · </a:t>
            </a:r>
            <a:r>
              <a:rPr lang="en-US" sz="1000" b="0" i="0" u="sng">
                <a:solidFill>
                  <a:srgbClr val="6B6B6B"/>
                </a:solidFill>
                <a:latin typeface="DejaVu Sans" panose="020B0603030804020204" pitchFamily="34" charset="0"/>
                <a:hlinkClick r:id="rId9" tooltip="https://doi.org/10.1038/s41586-021-04301-9">
                  <a:extLst>
                    <a:ext uri="{A12FA001-AC4F-418D-AE19-62706E023703}">
                      <ahyp:hlinkClr xmlns:ahyp="http://schemas.microsoft.com/office/drawing/2018/hyperlinkcolor" val="tx"/>
                    </a:ext>
                  </a:extLst>
                </a:hlinkClick>
              </a:rPr>
              <a:t>Degrave 2022 Nature</a:t>
            </a:r>
            <a:r>
              <a:rPr lang="en-US" sz="1000" b="0" i="0">
                <a:solidFill>
                  <a:srgbClr val="6B6B6B"/>
                </a:solidFill>
                <a:latin typeface="DejaVu Sans" panose="020B0603030804020204" pitchFamily="34" charset="0"/>
              </a:rPr>
              <a:t> · </a:t>
            </a:r>
            <a:r>
              <a:rPr lang="en-US" sz="1000" b="0" i="0" u="sng">
                <a:solidFill>
                  <a:srgbClr val="6B6B6B"/>
                </a:solidFill>
                <a:latin typeface="DejaVu Sans" panose="020B0603030804020204" pitchFamily="34" charset="0"/>
                <a:hlinkClick r:id="rId10" tooltip="https://www.nobelprize.org/prizes/physics/2024/summary/">
                  <a:extLst>
                    <a:ext uri="{A12FA001-AC4F-418D-AE19-62706E023703}">
                      <ahyp:hlinkClr xmlns:ahyp="http://schemas.microsoft.com/office/drawing/2018/hyperlinkcolor" val="tx"/>
                    </a:ext>
                  </a:extLst>
                </a:hlinkClick>
              </a:rPr>
              <a:t>Nobel Física 2024 [nobelprize.org]</a:t>
            </a:r>
            <a:endParaRPr sz="1000" b="0" i="0" u="sng">
              <a:solidFill>
                <a:srgbClr val="6B6B6B"/>
              </a:solidFill>
              <a:latin typeface="DejaVu Sans" panose="020B0603030804020204" pitchFamily="34" charset="0"/>
            </a:endParaRPr>
          </a:p>
        </p:txBody>
      </p:sp>
    </p:spTree>
    <p:extLst>
      <p:ext uri="{BB962C8B-B14F-4D97-AF65-F5344CB8AC3E}">
        <p14:creationId xmlns:p14="http://schemas.microsoft.com/office/powerpoint/2010/main" val="4034194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pt-BR" sz="3200" b="1" i="0">
                <a:solidFill>
                  <a:srgbClr val="4A7C59"/>
                </a:solidFill>
                <a:latin typeface="DejaVu Serif"/>
              </a:rPr>
              <a:t>O que vocês já praticaram - e para onde vai</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Seleção genômica e ML (módulos 06 e 07): deep learning vs GBLUP segue empatado; o ganho vem de estrutura biológica e de dados multimodais</a:t>
            </a:r>
            <a:endParaRPr sz="1700" b="0" i="0">
              <a:solidFill>
                <a:srgbClr val="2E3A2F"/>
              </a:solidFill>
              <a:latin typeface="DejaVu Sans"/>
            </a:endParaRPr>
          </a:p>
        </p:txBody>
      </p:sp>
      <p:sp>
        <p:nvSpPr>
          <p:cNvPr id="6" name="Oval 5"/>
          <p:cNvSpPr/>
          <p:nvPr/>
        </p:nvSpPr>
        <p:spPr>
          <a:xfrm>
            <a:off x="713232" y="25237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3774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Fenotipagem (03): modelos de fundação de visão segmentam plantas a partir de uma única imagem anotada (Dice 0,977)</a:t>
            </a:r>
            <a:endParaRPr sz="1700" b="0" i="0">
              <a:solidFill>
                <a:srgbClr val="2E3A2F"/>
              </a:solidFill>
              <a:latin typeface="DejaVu Sans"/>
            </a:endParaRPr>
          </a:p>
        </p:txBody>
      </p:sp>
      <p:sp>
        <p:nvSpPr>
          <p:cNvPr id="8" name="Oval 7"/>
          <p:cNvSpPr/>
          <p:nvPr/>
        </p:nvSpPr>
        <p:spPr>
          <a:xfrm>
            <a:off x="713232" y="34381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2918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G×E e decisão (06 e 12): o Genomes to Fields oferece ~180.000 parcelas públicas - e competidores sem formação em genética foram bem colocados</a:t>
            </a:r>
            <a:endParaRPr sz="1700" b="0" i="0">
              <a:solidFill>
                <a:srgbClr val="2E3A2F"/>
              </a:solidFill>
              <a:latin typeface="DejaVu Sans"/>
            </a:endParaRPr>
          </a:p>
        </p:txBody>
      </p:sp>
      <p:sp>
        <p:nvSpPr>
          <p:cNvPr id="10" name="Oval 9"/>
          <p:cNvSpPr/>
          <p:nvPr/>
        </p:nvSpPr>
        <p:spPr>
          <a:xfrm>
            <a:off x="713232" y="43525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2062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Agentes e LLMs (02, 05, 10 e 11): de agentes de bioinformática a co-cientistas; o SeedBench mostra que ainda são assistentes, não melhoristas</a:t>
            </a:r>
            <a:endParaRPr sz="1700" b="0" i="0">
              <a:solidFill>
                <a:srgbClr val="2E3A2F"/>
              </a:solidFill>
              <a:latin typeface="DejaVu Sans"/>
            </a:endParaRPr>
          </a:p>
        </p:txBody>
      </p:sp>
      <p:sp>
        <p:nvSpPr>
          <p:cNvPr id="12" name="Oval 11"/>
          <p:cNvSpPr/>
          <p:nvPr/>
        </p:nvSpPr>
        <p:spPr>
          <a:xfrm>
            <a:off x="713232" y="52669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51206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Otimização (08 e 09): look-ahead selection e 'designed diversity' levam a mesma lógica para events e introgressão</a:t>
            </a:r>
            <a:endParaRPr sz="1700" b="0" i="0">
              <a:solidFill>
                <a:srgbClr val="2E3A2F"/>
              </a:solidFill>
              <a:latin typeface="DejaVu Sans"/>
            </a:endParaRPr>
          </a:p>
        </p:txBody>
      </p:sp>
      <p:sp>
        <p:nvSpPr>
          <p:cNvPr id="14" name="TextBox 13"/>
          <p:cNvSpPr txBox="1"/>
          <p:nvPr/>
        </p:nvSpPr>
        <p:spPr>
          <a:xfrm>
            <a:off x="502920" y="6144768"/>
            <a:ext cx="11201400" cy="409792"/>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doi.org/10.3389/fgene.2025.1568705">
                  <a:extLst>
                    <a:ext uri="{A12FA001-AC4F-418D-AE19-62706E023703}">
                      <ahyp:hlinkClr xmlns:ahyp="http://schemas.microsoft.com/office/drawing/2018/hyperlinkcolor" val="tx"/>
                    </a:ext>
                  </a:extLst>
                </a:hlinkClick>
              </a:rPr>
              <a:t>Montesinos-López 2025 Front Genet</a:t>
            </a:r>
            <a:r>
              <a:rPr lang="en-US" sz="1000" b="0" i="0">
                <a:solidFill>
                  <a:srgbClr val="6B6B6B"/>
                </a:solidFill>
                <a:latin typeface="DejaVu Sans"/>
              </a:rPr>
              <a:t> · </a:t>
            </a:r>
            <a:r>
              <a:rPr lang="en-US" sz="1000" b="0" i="0" u="sng">
                <a:solidFill>
                  <a:srgbClr val="6B6B6B"/>
                </a:solidFill>
                <a:latin typeface="DejaVu Sans"/>
                <a:hlinkClick r:id="rId4" tooltip="https://doi.org/10.1101/2025.09.05.674546">
                  <a:extLst>
                    <a:ext uri="{A12FA001-AC4F-418D-AE19-62706E023703}">
                      <ahyp:hlinkClr xmlns:ahyp="http://schemas.microsoft.com/office/drawing/2018/hyperlinkcolor" val="tx"/>
                    </a:ext>
                  </a:extLst>
                </a:hlinkClick>
              </a:rPr>
              <a:t>Potze 2025 bioRxiv [preprint]</a:t>
            </a:r>
            <a:r>
              <a:rPr lang="en-US" sz="1000" b="0" i="0">
                <a:solidFill>
                  <a:srgbClr val="6B6B6B"/>
                </a:solidFill>
                <a:latin typeface="DejaVu Sans"/>
              </a:rPr>
              <a:t> · </a:t>
            </a:r>
            <a:r>
              <a:rPr lang="en-US" sz="1000" b="0" i="0" u="sng">
                <a:solidFill>
                  <a:srgbClr val="6B6B6B"/>
                </a:solidFill>
                <a:latin typeface="DejaVu Sans"/>
                <a:hlinkClick r:id="rId5" tooltip="https://doi.org/10.1186/s13007-025-01432-2">
                  <a:extLst>
                    <a:ext uri="{A12FA001-AC4F-418D-AE19-62706E023703}">
                      <ahyp:hlinkClr xmlns:ahyp="http://schemas.microsoft.com/office/drawing/2018/hyperlinkcolor" val="tx"/>
                    </a:ext>
                  </a:extLst>
                </a:hlinkClick>
              </a:rPr>
              <a:t>Macià 2025 Plant Methods</a:t>
            </a:r>
            <a:r>
              <a:rPr lang="en-US" sz="1000" b="0" i="0">
                <a:solidFill>
                  <a:srgbClr val="6B6B6B"/>
                </a:solidFill>
                <a:latin typeface="DejaVu Sans"/>
              </a:rPr>
              <a:t> · </a:t>
            </a:r>
            <a:r>
              <a:rPr lang="en-US" sz="1000" b="0" i="0" u="sng">
                <a:solidFill>
                  <a:srgbClr val="6B6B6B"/>
                </a:solidFill>
                <a:latin typeface="DejaVu Sans"/>
                <a:hlinkClick r:id="rId6" tooltip="https://doi.org/10.1186/s13104-026-07629-5">
                  <a:extLst>
                    <a:ext uri="{A12FA001-AC4F-418D-AE19-62706E023703}">
                      <ahyp:hlinkClr xmlns:ahyp="http://schemas.microsoft.com/office/drawing/2018/hyperlinkcolor" val="tx"/>
                    </a:ext>
                  </a:extLst>
                </a:hlinkClick>
              </a:rPr>
              <a:t>Chen 2026 BMC Res Notes</a:t>
            </a:r>
            <a:r>
              <a:rPr lang="en-US" sz="1000" b="0" i="0">
                <a:solidFill>
                  <a:srgbClr val="6B6B6B"/>
                </a:solidFill>
                <a:latin typeface="DejaVu Sans"/>
              </a:rPr>
              <a:t> · </a:t>
            </a:r>
            <a:r>
              <a:rPr lang="en-US" sz="1000" b="0" i="0" u="sng">
                <a:solidFill>
                  <a:srgbClr val="6B6B6B"/>
                </a:solidFill>
                <a:latin typeface="DejaVu Sans"/>
                <a:hlinkClick r:id="rId7" tooltip="https://doi.org/10.18653/v1/2025.acl-long.1516">
                  <a:extLst>
                    <a:ext uri="{A12FA001-AC4F-418D-AE19-62706E023703}">
                      <ahyp:hlinkClr xmlns:ahyp="http://schemas.microsoft.com/office/drawing/2018/hyperlinkcolor" val="tx"/>
                    </a:ext>
                  </a:extLst>
                </a:hlinkClick>
              </a:rPr>
              <a:t>Ying 2025 ACL</a:t>
            </a:r>
            <a:r>
              <a:rPr lang="en-US" sz="1000" b="0" i="0">
                <a:solidFill>
                  <a:srgbClr val="6B6B6B"/>
                </a:solidFill>
                <a:latin typeface="DejaVu Sans"/>
              </a:rPr>
              <a:t> · </a:t>
            </a:r>
            <a:r>
              <a:rPr lang="en-US" sz="1000" b="0" i="0" u="sng">
                <a:solidFill>
                  <a:srgbClr val="6B6B6B"/>
                </a:solidFill>
                <a:latin typeface="DejaVu Sans"/>
                <a:hlinkClick r:id="rId8" tooltip="https://doi.org/10.1534/g3.118.200842">
                  <a:extLst>
                    <a:ext uri="{A12FA001-AC4F-418D-AE19-62706E023703}">
                      <ahyp:hlinkClr xmlns:ahyp="http://schemas.microsoft.com/office/drawing/2018/hyperlinkcolor" val="tx"/>
                    </a:ext>
                  </a:extLst>
                </a:hlinkClick>
              </a:rPr>
              <a:t>Moeinizade 2019 G3</a:t>
            </a:r>
            <a:r>
              <a:rPr lang="en-US" sz="1000" b="0" i="0">
                <a:solidFill>
                  <a:srgbClr val="6B6B6B"/>
                </a:solidFill>
                <a:latin typeface="DejaVu Sans"/>
              </a:rPr>
              <a:t> · </a:t>
            </a:r>
            <a:r>
              <a:rPr lang="en-US" sz="1000" b="0" i="0" u="sng">
                <a:solidFill>
                  <a:srgbClr val="6B6B6B"/>
                </a:solidFill>
                <a:latin typeface="DejaVu Sans"/>
                <a:hlinkClick r:id="rId9" tooltip="https://doi.org/10.1016/j.tplants.2026.04.003">
                  <a:extLst>
                    <a:ext uri="{A12FA001-AC4F-418D-AE19-62706E023703}">
                      <ahyp:hlinkClr xmlns:ahyp="http://schemas.microsoft.com/office/drawing/2018/hyperlinkcolor" val="tx"/>
                    </a:ext>
                  </a:extLst>
                </a:hlinkClick>
              </a:rPr>
              <a:t>Yadav 2026 Trends Plant Sci</a:t>
            </a:r>
            <a:endParaRPr sz="1000" b="0" i="0" u="sng">
              <a:solidFill>
                <a:srgbClr val="6B6B6B"/>
              </a:solidFill>
              <a:latin typeface="DejaVu Sans"/>
            </a:endParaRPr>
          </a:p>
        </p:txBody>
      </p:sp>
    </p:spTree>
    <p:extLst>
      <p:ext uri="{BB962C8B-B14F-4D97-AF65-F5344CB8AC3E}">
        <p14:creationId xmlns:p14="http://schemas.microsoft.com/office/powerpoint/2010/main" val="21794944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4A7C59"/>
        </a:solidFill>
        <a:effectLst/>
      </p:bgPr>
    </p:bg>
    <p:spTree>
      <p:nvGrpSpPr>
        <p:cNvPr id="1" name=""/>
        <p:cNvGrpSpPr/>
        <p:nvPr/>
      </p:nvGrpSpPr>
      <p:grpSpPr>
        <a:xfrm>
          <a:off x="0" y="0"/>
          <a:ext cx="0" cy="0"/>
          <a:chOff x="0" y="0"/>
          <a:chExt cx="0" cy="0"/>
        </a:xfrm>
      </p:grpSpPr>
      <p:sp>
        <p:nvSpPr>
          <p:cNvPr id="2" name="TextBox 1"/>
          <p:cNvSpPr txBox="1"/>
          <p:nvPr/>
        </p:nvSpPr>
        <p:spPr>
          <a:xfrm>
            <a:off x="1005840" y="2167128"/>
            <a:ext cx="10241280" cy="769441"/>
          </a:xfrm>
          <a:prstGeom prst="rect">
            <a:avLst/>
          </a:prstGeom>
          <a:noFill/>
        </p:spPr>
        <p:txBody>
          <a:bodyPr wrap="square" anchor="t">
            <a:spAutoFit/>
          </a:bodyPr>
          <a:lstStyle/>
          <a:p>
            <a:pPr algn="l">
              <a:lnSpc>
                <a:spcPct val="100000"/>
              </a:lnSpc>
            </a:pPr>
            <a:r>
              <a:rPr lang="pt-BR" sz="4400" b="1" i="0">
                <a:solidFill>
                  <a:srgbClr val="FFFFFF"/>
                </a:solidFill>
                <a:latin typeface="DejaVu Serif"/>
              </a:rPr>
              <a:t>Parte 5 - Confiança, ética e propriedade</a:t>
            </a:r>
            <a:endParaRPr sz="4400" b="1" i="0">
              <a:solidFill>
                <a:srgbClr val="FFFFFF"/>
              </a:solidFill>
              <a:latin typeface="DejaVu Serif"/>
            </a:endParaRPr>
          </a:p>
        </p:txBody>
      </p:sp>
      <p:sp>
        <p:nvSpPr>
          <p:cNvPr id="3" name="TextBox 2"/>
          <p:cNvSpPr txBox="1"/>
          <p:nvPr/>
        </p:nvSpPr>
        <p:spPr>
          <a:xfrm>
            <a:off x="1005840" y="3703320"/>
            <a:ext cx="10241280" cy="455509"/>
          </a:xfrm>
          <a:prstGeom prst="rect">
            <a:avLst/>
          </a:prstGeom>
          <a:noFill/>
        </p:spPr>
        <p:txBody>
          <a:bodyPr wrap="square" anchor="t">
            <a:spAutoFit/>
          </a:bodyPr>
          <a:lstStyle/>
          <a:p>
            <a:pPr algn="l">
              <a:lnSpc>
                <a:spcPct val="120000"/>
              </a:lnSpc>
            </a:pPr>
            <a:r>
              <a:rPr lang="pt-BR" sz="2200" b="0" i="0">
                <a:solidFill>
                  <a:srgbClr val="D8E4DA"/>
                </a:solidFill>
                <a:latin typeface="DejaVu Sans"/>
              </a:rPr>
              <a:t>O agente acelera - quem assina?</a:t>
            </a:r>
            <a:endParaRPr sz="2200" b="0" i="0">
              <a:solidFill>
                <a:srgbClr val="D8E4DA"/>
              </a:solidFill>
              <a:latin typeface="DejaVu Sans"/>
            </a:endParaRPr>
          </a:p>
        </p:txBody>
      </p:sp>
      <p:sp>
        <p:nvSpPr>
          <p:cNvPr id="4" name="Rectangle 3"/>
          <p:cNvSpPr/>
          <p:nvPr/>
        </p:nvSpPr>
        <p:spPr>
          <a:xfrm>
            <a:off x="1005840" y="3584448"/>
            <a:ext cx="2011680" cy="50292"/>
          </a:xfrm>
          <a:prstGeom prst="rect">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5978059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972800" cy="584775"/>
          </a:xfrm>
          <a:prstGeom prst="rect">
            <a:avLst/>
          </a:prstGeom>
          <a:noFill/>
        </p:spPr>
        <p:txBody>
          <a:bodyPr wrap="square" anchor="t">
            <a:spAutoFit/>
          </a:bodyPr>
          <a:lstStyle/>
          <a:p>
            <a:pPr algn="l">
              <a:lnSpc>
                <a:spcPct val="100000"/>
              </a:lnSpc>
            </a:pPr>
            <a:r>
              <a:rPr lang="en-US" sz="3200" b="1" i="0">
                <a:solidFill>
                  <a:srgbClr val="4A7C59"/>
                </a:solidFill>
                <a:latin typeface="DejaVu Serif"/>
              </a:rPr>
              <a:t>Confie, mas verifique</a:t>
            </a:r>
            <a:endParaRPr sz="3200" b="1" i="0">
              <a:solidFill>
                <a:srgbClr val="4A7C59"/>
              </a:solidFill>
              <a:latin typeface="DejaVu Serif"/>
            </a:endParaRPr>
          </a:p>
        </p:txBody>
      </p:sp>
      <p:sp>
        <p:nvSpPr>
          <p:cNvPr id="4" name="TextBox 3"/>
          <p:cNvSpPr txBox="1"/>
          <p:nvPr/>
        </p:nvSpPr>
        <p:spPr>
          <a:xfrm>
            <a:off x="640080" y="987552"/>
            <a:ext cx="10972800" cy="338554"/>
          </a:xfrm>
          <a:prstGeom prst="rect">
            <a:avLst/>
          </a:prstGeom>
          <a:noFill/>
        </p:spPr>
        <p:txBody>
          <a:bodyPr wrap="square" anchor="t">
            <a:spAutoFit/>
          </a:bodyPr>
          <a:lstStyle/>
          <a:p>
            <a:pPr algn="l">
              <a:lnSpc>
                <a:spcPct val="100000"/>
              </a:lnSpc>
            </a:pPr>
            <a:r>
              <a:rPr lang="pt-BR" sz="1600" b="0" i="0">
                <a:solidFill>
                  <a:srgbClr val="6B6B6B"/>
                </a:solidFill>
                <a:latin typeface="DejaVu Sans"/>
              </a:rPr>
              <a:t>A curva de capacidade e a curva de verificação não são a mesma curva</a:t>
            </a:r>
            <a:endParaRPr sz="1600" b="0" i="0">
              <a:solidFill>
                <a:srgbClr val="6B6B6B"/>
              </a:solidFill>
              <a:latin typeface="DejaVu Sans"/>
            </a:endParaRPr>
          </a:p>
        </p:txBody>
      </p:sp>
      <p:pic>
        <p:nvPicPr>
          <p:cNvPr id="5" name="Picture 4" descr="fig_trust.png"/>
          <p:cNvPicPr>
            <a:picLocks noChangeAspect="1"/>
          </p:cNvPicPr>
          <p:nvPr/>
        </p:nvPicPr>
        <p:blipFill>
          <a:blip r:embed="rId3"/>
          <a:stretch>
            <a:fillRect/>
          </a:stretch>
        </p:blipFill>
        <p:spPr>
          <a:xfrm>
            <a:off x="563727" y="1481328"/>
            <a:ext cx="11064240" cy="4239696"/>
          </a:xfrm>
          <a:prstGeom prst="rect">
            <a:avLst/>
          </a:prstGeom>
        </p:spPr>
      </p:pic>
      <p:sp>
        <p:nvSpPr>
          <p:cNvPr id="6" name="TextBox 5"/>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4" tooltip="https://doi.org/10.1038/s41598-023-41032-5">
                  <a:extLst>
                    <a:ext uri="{A12FA001-AC4F-418D-AE19-62706E023703}">
                      <ahyp:hlinkClr xmlns:ahyp="http://schemas.microsoft.com/office/drawing/2018/hyperlinkcolor" val="tx"/>
                    </a:ext>
                  </a:extLst>
                </a:hlinkClick>
              </a:rPr>
              <a:t>Walters 2023 Sci Rep</a:t>
            </a:r>
            <a:r>
              <a:rPr lang="en-US" sz="1000" b="0" i="0">
                <a:solidFill>
                  <a:srgbClr val="6B6B6B"/>
                </a:solidFill>
                <a:latin typeface="DejaVu Sans"/>
              </a:rPr>
              <a:t> · </a:t>
            </a:r>
            <a:r>
              <a:rPr lang="en-US" sz="1000" b="0" i="0" u="sng">
                <a:solidFill>
                  <a:srgbClr val="6B6B6B"/>
                </a:solidFill>
                <a:latin typeface="DejaVu Sans"/>
                <a:hlinkClick r:id="rId5" tooltip="https://doi.org/10.48550/arxiv.2502.14297">
                  <a:extLst>
                    <a:ext uri="{A12FA001-AC4F-418D-AE19-62706E023703}">
                      <ahyp:hlinkClr xmlns:ahyp="http://schemas.microsoft.com/office/drawing/2018/hyperlinkcolor" val="tx"/>
                    </a:ext>
                  </a:extLst>
                </a:hlinkClick>
              </a:rPr>
              <a:t>Beel 2025 arXiv [preprint]</a:t>
            </a:r>
            <a:r>
              <a:rPr lang="en-US" sz="1000" b="0" i="0">
                <a:solidFill>
                  <a:srgbClr val="6B6B6B"/>
                </a:solidFill>
                <a:latin typeface="DejaVu Sans"/>
              </a:rPr>
              <a:t> · </a:t>
            </a:r>
            <a:r>
              <a:rPr lang="en-US" sz="1000" b="0" i="0" u="sng">
                <a:solidFill>
                  <a:srgbClr val="6B6B6B"/>
                </a:solidFill>
                <a:latin typeface="DejaVu Sans"/>
                <a:hlinkClick r:id="rId6" tooltip="https://doi.org/10.48550/arxiv.2511.02824">
                  <a:extLst>
                    <a:ext uri="{A12FA001-AC4F-418D-AE19-62706E023703}">
                      <ahyp:hlinkClr xmlns:ahyp="http://schemas.microsoft.com/office/drawing/2018/hyperlinkcolor" val="tx"/>
                    </a:ext>
                  </a:extLst>
                </a:hlinkClick>
              </a:rPr>
              <a:t>Mitchener 2025 arXiv [preprint]</a:t>
            </a:r>
            <a:r>
              <a:rPr lang="en-US" sz="1000" b="0" i="0">
                <a:solidFill>
                  <a:srgbClr val="6B6B6B"/>
                </a:solidFill>
                <a:latin typeface="DejaVu Sans"/>
              </a:rPr>
              <a:t> · </a:t>
            </a:r>
            <a:r>
              <a:rPr lang="en-US" sz="1000" b="0" i="0" u="sng">
                <a:solidFill>
                  <a:srgbClr val="6B6B6B"/>
                </a:solidFill>
                <a:latin typeface="DejaVu Sans"/>
                <a:hlinkClick r:id="rId7" tooltip="https://doi.org/10.1016/j.cell.2026.08.052">
                  <a:extLst>
                    <a:ext uri="{A12FA001-AC4F-418D-AE19-62706E023703}">
                      <ahyp:hlinkClr xmlns:ahyp="http://schemas.microsoft.com/office/drawing/2018/hyperlinkcolor" val="tx"/>
                    </a:ext>
                  </a:extLst>
                </a:hlinkClick>
              </a:rPr>
              <a:t>Guo 2026 Cell</a:t>
            </a:r>
            <a:endParaRPr sz="1000" b="0" i="0" u="sng">
              <a:solidFill>
                <a:srgbClr val="6B6B6B"/>
              </a:solidFill>
              <a:latin typeface="DejaVu Sans"/>
            </a:endParaRPr>
          </a:p>
        </p:txBody>
      </p:sp>
    </p:spTree>
    <p:extLst>
      <p:ext uri="{BB962C8B-B14F-4D97-AF65-F5344CB8AC3E}">
        <p14:creationId xmlns:p14="http://schemas.microsoft.com/office/powerpoint/2010/main" val="32116867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a:t>Propriedade, dados e equidade</a:t>
            </a:r>
            <a:endParaRPr sz="3200"/>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pt-BR" sz="3200" b="1" i="0">
                <a:solidFill>
                  <a:srgbClr val="4A7C59"/>
                </a:solidFill>
                <a:latin typeface="DejaVu Serif"/>
              </a:rPr>
              <a:t>Quem é dono, quem responde</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560923"/>
          </a:xfrm>
          <a:prstGeom prst="rect">
            <a:avLst/>
          </a:prstGeom>
          <a:noFill/>
        </p:spPr>
        <p:txBody>
          <a:bodyPr wrap="square" lIns="91440" tIns="25400" rIns="91440" bIns="25400" anchor="t">
            <a:spAutoFit/>
          </a:bodyPr>
          <a:lstStyle/>
          <a:p>
            <a:pPr algn="l">
              <a:lnSpc>
                <a:spcPct val="92000"/>
              </a:lnSpc>
            </a:pPr>
            <a:r>
              <a:rPr lang="pt-BR" b="0" i="0">
                <a:solidFill>
                  <a:srgbClr val="2E3A2F"/>
                </a:solidFill>
                <a:latin typeface="DejaVu Sans" panose="020B0603030804020204" pitchFamily="34" charset="0"/>
              </a:rPr>
              <a:t>Inventor precisa ser pessoa natural (Thaler, 2023); nos EUA, cada reivindicação exige contribuição humana significativa - documente prompts, versões e critérios</a:t>
            </a:r>
            <a:endParaRPr b="0" i="0">
              <a:solidFill>
                <a:srgbClr val="2E3A2F"/>
              </a:solidFill>
              <a:latin typeface="DejaVu Sans" panose="020B0603030804020204" pitchFamily="34" charset="0"/>
            </a:endParaRPr>
          </a:p>
        </p:txBody>
      </p:sp>
      <p:sp>
        <p:nvSpPr>
          <p:cNvPr id="6" name="Oval 5"/>
          <p:cNvSpPr/>
          <p:nvPr/>
        </p:nvSpPr>
        <p:spPr>
          <a:xfrm>
            <a:off x="713232" y="25237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377440"/>
            <a:ext cx="10332720" cy="815736"/>
          </a:xfrm>
          <a:prstGeom prst="rect">
            <a:avLst/>
          </a:prstGeom>
          <a:noFill/>
        </p:spPr>
        <p:txBody>
          <a:bodyPr wrap="square" lIns="91440" tIns="25400" rIns="91440" bIns="25400" anchor="t">
            <a:spAutoFit/>
          </a:bodyPr>
          <a:lstStyle/>
          <a:p>
            <a:pPr algn="l">
              <a:lnSpc>
                <a:spcPct val="92000"/>
              </a:lnSpc>
            </a:pPr>
            <a:r>
              <a:rPr lang="pt-BR" b="0" i="0">
                <a:solidFill>
                  <a:srgbClr val="2E3A2F"/>
                </a:solidFill>
                <a:latin typeface="DejaVu Sans" panose="020B0603030804020204" pitchFamily="34" charset="0"/>
              </a:rPr>
              <a:t>DSI: o Fundo de Cali (COP16) propõe 1% do lucro ou 0,1% da receita; no Brasil, SisGen antes de divulgar ou patentear; o PL 2338/2023 segue na Câmara e a LGPD (art. 20) já garante revisão</a:t>
            </a:r>
            <a:endParaRPr b="0" i="0">
              <a:solidFill>
                <a:srgbClr val="2E3A2F"/>
              </a:solidFill>
              <a:latin typeface="DejaVu Sans" panose="020B0603030804020204" pitchFamily="34" charset="0"/>
            </a:endParaRPr>
          </a:p>
        </p:txBody>
      </p:sp>
      <p:sp>
        <p:nvSpPr>
          <p:cNvPr id="8" name="Oval 7"/>
          <p:cNvSpPr/>
          <p:nvPr/>
        </p:nvSpPr>
        <p:spPr>
          <a:xfrm>
            <a:off x="713232" y="34381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291840"/>
            <a:ext cx="10332720" cy="560923"/>
          </a:xfrm>
          <a:prstGeom prst="rect">
            <a:avLst/>
          </a:prstGeom>
          <a:noFill/>
        </p:spPr>
        <p:txBody>
          <a:bodyPr wrap="square" lIns="91440" tIns="25400" rIns="91440" bIns="25400" anchor="t">
            <a:spAutoFit/>
          </a:bodyPr>
          <a:lstStyle/>
          <a:p>
            <a:pPr algn="l">
              <a:lnSpc>
                <a:spcPct val="92000"/>
              </a:lnSpc>
            </a:pPr>
            <a:r>
              <a:rPr lang="pt-BR" b="0" i="0">
                <a:solidFill>
                  <a:srgbClr val="2E3A2F"/>
                </a:solidFill>
                <a:latin typeface="DejaVu Sans" panose="020B0603030804020204" pitchFamily="34" charset="0"/>
              </a:rPr>
              <a:t>Confidencialidade: a Samsung teve três vazamentos em menos de 20 dias por colagem em chat - dado restrito só em modelo local ou API com contrato</a:t>
            </a:r>
            <a:endParaRPr b="0" i="0">
              <a:solidFill>
                <a:srgbClr val="2E3A2F"/>
              </a:solidFill>
              <a:latin typeface="DejaVu Sans" panose="020B0603030804020204" pitchFamily="34" charset="0"/>
            </a:endParaRPr>
          </a:p>
        </p:txBody>
      </p:sp>
      <p:sp>
        <p:nvSpPr>
          <p:cNvPr id="10" name="Oval 9"/>
          <p:cNvSpPr/>
          <p:nvPr/>
        </p:nvSpPr>
        <p:spPr>
          <a:xfrm>
            <a:off x="713232" y="43525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206240"/>
            <a:ext cx="10332720" cy="815736"/>
          </a:xfrm>
          <a:prstGeom prst="rect">
            <a:avLst/>
          </a:prstGeom>
          <a:noFill/>
        </p:spPr>
        <p:txBody>
          <a:bodyPr wrap="square" lIns="91440" tIns="25400" rIns="91440" bIns="25400" anchor="t">
            <a:spAutoFit/>
          </a:bodyPr>
          <a:lstStyle/>
          <a:p>
            <a:pPr algn="l">
              <a:lnSpc>
                <a:spcPct val="92000"/>
              </a:lnSpc>
            </a:pPr>
            <a:r>
              <a:rPr lang="pt-BR" b="0" i="0">
                <a:solidFill>
                  <a:srgbClr val="2E3A2F"/>
                </a:solidFill>
                <a:latin typeface="DejaVu Sans" panose="020B0603030804020204" pitchFamily="34" charset="0"/>
              </a:rPr>
              <a:t>A capacidade segue os dados: a indústria já treina assistentes em ensaios proprietários (Bayer E.L.Y.); quatro empresas detêm ~50% das sementes; 97% da supercomputação está em países de alta renda</a:t>
            </a:r>
            <a:endParaRPr b="0" i="0">
              <a:solidFill>
                <a:srgbClr val="2E3A2F"/>
              </a:solidFill>
              <a:latin typeface="DejaVu Sans" panose="020B0603030804020204" pitchFamily="34" charset="0"/>
            </a:endParaRPr>
          </a:p>
        </p:txBody>
      </p:sp>
      <p:sp>
        <p:nvSpPr>
          <p:cNvPr id="12" name="Oval 11"/>
          <p:cNvSpPr/>
          <p:nvPr/>
        </p:nvSpPr>
        <p:spPr>
          <a:xfrm>
            <a:off x="713232" y="52669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5120640"/>
            <a:ext cx="10332720" cy="560923"/>
          </a:xfrm>
          <a:prstGeom prst="rect">
            <a:avLst/>
          </a:prstGeom>
          <a:noFill/>
        </p:spPr>
        <p:txBody>
          <a:bodyPr wrap="square" lIns="91440" tIns="25400" rIns="91440" bIns="25400" anchor="t">
            <a:spAutoFit/>
          </a:bodyPr>
          <a:lstStyle/>
          <a:p>
            <a:pPr algn="l">
              <a:lnSpc>
                <a:spcPct val="92000"/>
              </a:lnSpc>
            </a:pPr>
            <a:r>
              <a:rPr lang="pt-BR" b="0" i="0">
                <a:solidFill>
                  <a:srgbClr val="2E3A2F"/>
                </a:solidFill>
                <a:latin typeface="DejaVu Sans" panose="020B0603030804020204" pitchFamily="34" charset="0"/>
              </a:rPr>
              <a:t>Contrapesos abertos: BrAPI, Breedbase, AlphaSimR e Embrapa I/O (servidor MCP) - e LLMs sabem mais sobre milho do que sobre feijão-caupi</a:t>
            </a:r>
            <a:endParaRPr b="0" i="0">
              <a:solidFill>
                <a:srgbClr val="2E3A2F"/>
              </a:solidFill>
              <a:latin typeface="DejaVu Sans" panose="020B0603030804020204" pitchFamily="34" charset="0"/>
            </a:endParaRPr>
          </a:p>
        </p:txBody>
      </p:sp>
      <p:sp>
        <p:nvSpPr>
          <p:cNvPr id="14" name="TextBox 13"/>
          <p:cNvSpPr txBox="1"/>
          <p:nvPr/>
        </p:nvSpPr>
        <p:spPr>
          <a:xfrm>
            <a:off x="502920" y="6144768"/>
            <a:ext cx="11201400" cy="414409"/>
          </a:xfrm>
          <a:prstGeom prst="rect">
            <a:avLst/>
          </a:prstGeom>
          <a:noFill/>
        </p:spPr>
        <p:txBody>
          <a:bodyPr wrap="square" anchor="t">
            <a:spAutoFit/>
          </a:bodyPr>
          <a:lstStyle/>
          <a:p>
            <a:pPr algn="l">
              <a:lnSpc>
                <a:spcPct val="108000"/>
              </a:lnSpc>
            </a:pPr>
            <a:r>
              <a:rPr lang="pt-BR" sz="1000" b="0" i="0" u="sng">
                <a:solidFill>
                  <a:srgbClr val="6B6B6B"/>
                </a:solidFill>
                <a:latin typeface="DejaVu Sans" panose="020B0603030804020204" pitchFamily="34" charset="0"/>
                <a:hlinkClick r:id="rId3" tooltip="https://caselaw.nationalarchives.gov.uk/uksc/2023/49">
                  <a:extLst>
                    <a:ext uri="{A12FA001-AC4F-418D-AE19-62706E023703}">
                      <ahyp:hlinkClr xmlns:ahyp="http://schemas.microsoft.com/office/drawing/2018/hyperlinkcolor" val="tx"/>
                    </a:ext>
                  </a:extLst>
                </a:hlinkClick>
              </a:rPr>
              <a:t>Thaler [2023] UKSC 49</a:t>
            </a:r>
            <a:r>
              <a:rPr lang="pt-BR" sz="1000" b="0" i="0">
                <a:solidFill>
                  <a:srgbClr val="6B6B6B"/>
                </a:solidFill>
                <a:latin typeface="DejaVu Sans" panose="020B0603030804020204" pitchFamily="34" charset="0"/>
              </a:rPr>
              <a:t> · </a:t>
            </a:r>
            <a:r>
              <a:rPr lang="pt-BR" sz="1000" b="0" i="0" u="sng">
                <a:solidFill>
                  <a:srgbClr val="6B6B6B"/>
                </a:solidFill>
                <a:latin typeface="DejaVu Sans" panose="020B0603030804020204" pitchFamily="34" charset="0"/>
                <a:hlinkClick r:id="rId4" tooltip="https://www.federalregister.gov/documents/2024/02/13/2024-02623/inventorship-guidance-for-ai-assisted-inventions">
                  <a:extLst>
                    <a:ext uri="{A12FA001-AC4F-418D-AE19-62706E023703}">
                      <ahyp:hlinkClr xmlns:ahyp="http://schemas.microsoft.com/office/drawing/2018/hyperlinkcolor" val="tx"/>
                    </a:ext>
                  </a:extLst>
                </a:hlinkClick>
              </a:rPr>
              <a:t>USPTO 2024 [regulatório]</a:t>
            </a:r>
            <a:r>
              <a:rPr lang="pt-BR" sz="1000" b="0" i="0">
                <a:solidFill>
                  <a:srgbClr val="6B6B6B"/>
                </a:solidFill>
                <a:latin typeface="DejaVu Sans" panose="020B0603030804020204" pitchFamily="34" charset="0"/>
              </a:rPr>
              <a:t> · </a:t>
            </a:r>
            <a:r>
              <a:rPr lang="pt-BR" sz="1000" b="0" i="0" u="sng">
                <a:solidFill>
                  <a:srgbClr val="6B6B6B"/>
                </a:solidFill>
                <a:latin typeface="DejaVu Sans" panose="020B0603030804020204" pitchFamily="34" charset="0"/>
                <a:hlinkClick r:id="rId5" tooltip="https://www.cbd.int/doc/decisions/cop-16/cop-16-dec-02-en.pdf">
                  <a:extLst>
                    <a:ext uri="{A12FA001-AC4F-418D-AE19-62706E023703}">
                      <ahyp:hlinkClr xmlns:ahyp="http://schemas.microsoft.com/office/drawing/2018/hyperlinkcolor" val="tx"/>
                    </a:ext>
                  </a:extLst>
                </a:hlinkClick>
              </a:rPr>
              <a:t>CBD Decisão 16/2</a:t>
            </a:r>
            <a:r>
              <a:rPr lang="pt-BR" sz="1000" b="0" i="0">
                <a:solidFill>
                  <a:srgbClr val="6B6B6B"/>
                </a:solidFill>
                <a:latin typeface="DejaVu Sans" panose="020B0603030804020204" pitchFamily="34" charset="0"/>
              </a:rPr>
              <a:t> · </a:t>
            </a:r>
            <a:r>
              <a:rPr lang="pt-BR" sz="1000" b="0" i="0" u="sng">
                <a:solidFill>
                  <a:srgbClr val="6B6B6B"/>
                </a:solidFill>
                <a:latin typeface="DejaVu Sans" panose="020B0603030804020204" pitchFamily="34" charset="0"/>
                <a:hlinkClick r:id="rId6" tooltip="https://www.planalto.gov.br/ccivil_03/_ato2015-2018/2015/lei/l13123.htm">
                  <a:extLst>
                    <a:ext uri="{A12FA001-AC4F-418D-AE19-62706E023703}">
                      <ahyp:hlinkClr xmlns:ahyp="http://schemas.microsoft.com/office/drawing/2018/hyperlinkcolor" val="tx"/>
                    </a:ext>
                  </a:extLst>
                </a:hlinkClick>
              </a:rPr>
              <a:t>Lei 13.123/2015</a:t>
            </a:r>
            <a:r>
              <a:rPr lang="pt-BR" sz="1000" b="0" i="0">
                <a:solidFill>
                  <a:srgbClr val="6B6B6B"/>
                </a:solidFill>
                <a:latin typeface="DejaVu Sans" panose="020B0603030804020204" pitchFamily="34" charset="0"/>
              </a:rPr>
              <a:t> · </a:t>
            </a:r>
            <a:r>
              <a:rPr lang="pt-BR" sz="1000" b="0" i="0" u="sng">
                <a:solidFill>
                  <a:srgbClr val="6B6B6B"/>
                </a:solidFill>
                <a:latin typeface="DejaVu Sans" panose="020B0603030804020204" pitchFamily="34" charset="0"/>
                <a:hlinkClick r:id="rId7" tooltip="https://www.camara.leg.br/proposicoesWeb/fichadetramitacao/?idProposicao=2487262">
                  <a:extLst>
                    <a:ext uri="{A12FA001-AC4F-418D-AE19-62706E023703}">
                      <ahyp:hlinkClr xmlns:ahyp="http://schemas.microsoft.com/office/drawing/2018/hyperlinkcolor" val="tx"/>
                    </a:ext>
                  </a:extLst>
                </a:hlinkClick>
              </a:rPr>
              <a:t>PL 2338/2023</a:t>
            </a:r>
            <a:r>
              <a:rPr lang="pt-BR" sz="1000" b="0" i="0">
                <a:solidFill>
                  <a:srgbClr val="6B6B6B"/>
                </a:solidFill>
                <a:latin typeface="DejaVu Sans" panose="020B0603030804020204" pitchFamily="34" charset="0"/>
              </a:rPr>
              <a:t> · </a:t>
            </a:r>
            <a:r>
              <a:rPr lang="pt-BR" sz="1000" b="0" i="0" u="sng">
                <a:solidFill>
                  <a:srgbClr val="6B6B6B"/>
                </a:solidFill>
                <a:latin typeface="DejaVu Sans" panose="020B0603030804020204" pitchFamily="34" charset="0"/>
                <a:hlinkClick r:id="rId8" tooltip="https://www.planalto.gov.br/ccivil_03/_ato2015-2018/2018/lei/l13709.htm">
                  <a:extLst>
                    <a:ext uri="{A12FA001-AC4F-418D-AE19-62706E023703}">
                      <ahyp:hlinkClr xmlns:ahyp="http://schemas.microsoft.com/office/drawing/2018/hyperlinkcolor" val="tx"/>
                    </a:ext>
                  </a:extLst>
                </a:hlinkClick>
              </a:rPr>
              <a:t>Lei 13.709/2018</a:t>
            </a:r>
            <a:r>
              <a:rPr lang="pt-BR" sz="1000" b="0" i="0">
                <a:solidFill>
                  <a:srgbClr val="6B6B6B"/>
                </a:solidFill>
                <a:latin typeface="DejaVu Sans" panose="020B0603030804020204" pitchFamily="34" charset="0"/>
              </a:rPr>
              <a:t> · </a:t>
            </a:r>
            <a:r>
              <a:rPr lang="pt-BR" sz="1000" b="0" i="0" u="sng">
                <a:solidFill>
                  <a:srgbClr val="6B6B6B"/>
                </a:solidFill>
                <a:latin typeface="DejaVu Sans" panose="020B0603030804020204" pitchFamily="34" charset="0"/>
                <a:hlinkClick r:id="rId9" tooltip="https://techcrunch.com/2023/05/02/samsung-bans-use-of-generative-ai-tools-like-chatgpt-after-april-internal-data-leak/">
                  <a:extLst>
                    <a:ext uri="{A12FA001-AC4F-418D-AE19-62706E023703}">
                      <ahyp:hlinkClr xmlns:ahyp="http://schemas.microsoft.com/office/drawing/2018/hyperlinkcolor" val="tx"/>
                    </a:ext>
                  </a:extLst>
                </a:hlinkClick>
              </a:rPr>
              <a:t>TechCrunch 2023 [notícia]</a:t>
            </a:r>
            <a:r>
              <a:rPr lang="pt-BR" sz="1000" b="0" i="0">
                <a:solidFill>
                  <a:srgbClr val="6B6B6B"/>
                </a:solidFill>
                <a:latin typeface="DejaVu Sans" panose="020B0603030804020204" pitchFamily="34" charset="0"/>
              </a:rPr>
              <a:t> · </a:t>
            </a:r>
            <a:r>
              <a:rPr lang="pt-BR" sz="1000" b="0" i="0" u="sng">
                <a:solidFill>
                  <a:srgbClr val="6B6B6B"/>
                </a:solidFill>
                <a:latin typeface="DejaVu Sans" panose="020B0603030804020204" pitchFamily="34" charset="0"/>
                <a:hlinkClick r:id="rId10" tooltip="https://www.prnewswire.com/news-releases/bayer-pilots-unique-generative-ai-tool-for-agriculture-302088589.html">
                  <a:extLst>
                    <a:ext uri="{A12FA001-AC4F-418D-AE19-62706E023703}">
                      <ahyp:hlinkClr xmlns:ahyp="http://schemas.microsoft.com/office/drawing/2018/hyperlinkcolor" val="tx"/>
                    </a:ext>
                  </a:extLst>
                </a:hlinkClick>
              </a:rPr>
              <a:t>Bayer 2024 [empresa]</a:t>
            </a:r>
            <a:r>
              <a:rPr lang="pt-BR" sz="1000" b="0" i="0">
                <a:solidFill>
                  <a:srgbClr val="6B6B6B"/>
                </a:solidFill>
                <a:latin typeface="DejaVu Sans" panose="020B0603030804020204" pitchFamily="34" charset="0"/>
              </a:rPr>
              <a:t> · </a:t>
            </a:r>
            <a:r>
              <a:rPr lang="pt-BR" sz="1000" b="0" i="0" u="sng">
                <a:solidFill>
                  <a:srgbClr val="6B6B6B"/>
                </a:solidFill>
                <a:latin typeface="DejaVu Sans" panose="020B0603030804020204" pitchFamily="34" charset="0"/>
                <a:hlinkClick r:id="rId11" tooltip="https://www.etcgroup.org/content/top-10-agribusiness-giants-2026">
                  <a:extLst>
                    <a:ext uri="{A12FA001-AC4F-418D-AE19-62706E023703}">
                      <ahyp:hlinkClr xmlns:ahyp="http://schemas.microsoft.com/office/drawing/2018/hyperlinkcolor" val="tx"/>
                    </a:ext>
                  </a:extLst>
                </a:hlinkClick>
              </a:rPr>
              <a:t>ETC Group/GRAIN 2026 [ONG]</a:t>
            </a:r>
            <a:r>
              <a:rPr lang="pt-BR" sz="1000" b="0" i="0">
                <a:solidFill>
                  <a:srgbClr val="6B6B6B"/>
                </a:solidFill>
                <a:latin typeface="DejaVu Sans" panose="020B0603030804020204" pitchFamily="34" charset="0"/>
              </a:rPr>
              <a:t> · </a:t>
            </a:r>
            <a:r>
              <a:rPr lang="pt-BR" sz="1000" b="0" i="0" u="sng">
                <a:solidFill>
                  <a:srgbClr val="6B6B6B"/>
                </a:solidFill>
                <a:latin typeface="DejaVu Sans" panose="020B0603030804020204" pitchFamily="34" charset="0"/>
                <a:hlinkClick r:id="rId12" tooltip="https://www.worldbank.org/en/publication/dptr2025-ai-foundations/report">
                  <a:extLst>
                    <a:ext uri="{A12FA001-AC4F-418D-AE19-62706E023703}">
                      <ahyp:hlinkClr xmlns:ahyp="http://schemas.microsoft.com/office/drawing/2018/hyperlinkcolor" val="tx"/>
                    </a:ext>
                  </a:extLst>
                </a:hlinkClick>
              </a:rPr>
              <a:t>World Bank 2025 [relatório]</a:t>
            </a:r>
            <a:r>
              <a:rPr lang="pt-BR" sz="1000" b="0" i="0">
                <a:solidFill>
                  <a:srgbClr val="6B6B6B"/>
                </a:solidFill>
                <a:latin typeface="DejaVu Sans" panose="020B0603030804020204" pitchFamily="34" charset="0"/>
              </a:rPr>
              <a:t> · </a:t>
            </a:r>
            <a:r>
              <a:rPr lang="pt-BR" sz="1000" b="0" i="0" u="sng">
                <a:solidFill>
                  <a:srgbClr val="6B6B6B"/>
                </a:solidFill>
                <a:latin typeface="DejaVu Sans" panose="020B0603030804020204" pitchFamily="34" charset="0"/>
                <a:hlinkClick r:id="rId13" tooltip="https://doi.org/10.1093/database/baaf048">
                  <a:extLst>
                    <a:ext uri="{A12FA001-AC4F-418D-AE19-62706E023703}">
                      <ahyp:hlinkClr xmlns:ahyp="http://schemas.microsoft.com/office/drawing/2018/hyperlinkcolor" val="tx"/>
                    </a:ext>
                  </a:extLst>
                </a:hlinkClick>
              </a:rPr>
              <a:t>BrAPI 2025 Database</a:t>
            </a:r>
            <a:r>
              <a:rPr lang="pt-BR" sz="1000" b="0" i="0">
                <a:solidFill>
                  <a:srgbClr val="6B6B6B"/>
                </a:solidFill>
                <a:latin typeface="DejaVu Sans" panose="020B0603030804020204" pitchFamily="34" charset="0"/>
              </a:rPr>
              <a:t> · </a:t>
            </a:r>
            <a:r>
              <a:rPr lang="pt-BR" sz="1000" b="0" i="0" u="sng">
                <a:solidFill>
                  <a:srgbClr val="6B6B6B"/>
                </a:solidFill>
                <a:latin typeface="DejaVu Sans" panose="020B0603030804020204" pitchFamily="34" charset="0"/>
                <a:hlinkClick r:id="rId14" tooltip="https://doi.org/10.1093/g3journal/jkac078">
                  <a:extLst>
                    <a:ext uri="{A12FA001-AC4F-418D-AE19-62706E023703}">
                      <ahyp:hlinkClr xmlns:ahyp="http://schemas.microsoft.com/office/drawing/2018/hyperlinkcolor" val="tx"/>
                    </a:ext>
                  </a:extLst>
                </a:hlinkClick>
              </a:rPr>
              <a:t>Morales 2022 G3</a:t>
            </a:r>
            <a:r>
              <a:rPr lang="pt-BR" sz="1000" b="0" i="0">
                <a:solidFill>
                  <a:srgbClr val="6B6B6B"/>
                </a:solidFill>
                <a:latin typeface="DejaVu Sans" panose="020B0603030804020204" pitchFamily="34" charset="0"/>
              </a:rPr>
              <a:t> · </a:t>
            </a:r>
            <a:r>
              <a:rPr lang="pt-BR" sz="1000" b="0" i="0" u="sng">
                <a:solidFill>
                  <a:srgbClr val="6B6B6B"/>
                </a:solidFill>
                <a:latin typeface="DejaVu Sans" panose="020B0603030804020204" pitchFamily="34" charset="0"/>
                <a:hlinkClick r:id="rId15" tooltip="https://www.embrapa.io/">
                  <a:extLst>
                    <a:ext uri="{A12FA001-AC4F-418D-AE19-62706E023703}">
                      <ahyp:hlinkClr xmlns:ahyp="http://schemas.microsoft.com/office/drawing/2018/hyperlinkcolor" val="tx"/>
                    </a:ext>
                  </a:extLst>
                </a:hlinkClick>
              </a:rPr>
              <a:t>Embrapa I/O</a:t>
            </a:r>
            <a:endParaRPr sz="1000" b="0" i="0" u="sng">
              <a:solidFill>
                <a:srgbClr val="6B6B6B"/>
              </a:solidFill>
              <a:latin typeface="DejaVu Sans" panose="020B0603030804020204" pitchFamily="34" charset="0"/>
            </a:endParaRPr>
          </a:p>
        </p:txBody>
      </p:sp>
    </p:spTree>
    <p:extLst>
      <p:ext uri="{BB962C8B-B14F-4D97-AF65-F5344CB8AC3E}">
        <p14:creationId xmlns:p14="http://schemas.microsoft.com/office/powerpoint/2010/main" val="9845930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972800" cy="584775"/>
          </a:xfrm>
          <a:prstGeom prst="rect">
            <a:avLst/>
          </a:prstGeom>
          <a:noFill/>
        </p:spPr>
        <p:txBody>
          <a:bodyPr wrap="square" anchor="t">
            <a:spAutoFit/>
          </a:bodyPr>
          <a:lstStyle/>
          <a:p>
            <a:pPr algn="l">
              <a:lnSpc>
                <a:spcPct val="100000"/>
              </a:lnSpc>
            </a:pPr>
            <a:r>
              <a:rPr lang="pt-BR" sz="3200" b="1" i="0">
                <a:solidFill>
                  <a:srgbClr val="4A7C59"/>
                </a:solidFill>
                <a:latin typeface="DejaVu Serif"/>
              </a:rPr>
              <a:t>O programa de melhoramento autônomo</a:t>
            </a:r>
            <a:endParaRPr sz="3200" b="1" i="0">
              <a:solidFill>
                <a:srgbClr val="4A7C59"/>
              </a:solidFill>
              <a:latin typeface="DejaVu Serif"/>
            </a:endParaRPr>
          </a:p>
        </p:txBody>
      </p:sp>
      <p:sp>
        <p:nvSpPr>
          <p:cNvPr id="4" name="TextBox 3"/>
          <p:cNvSpPr txBox="1"/>
          <p:nvPr/>
        </p:nvSpPr>
        <p:spPr>
          <a:xfrm>
            <a:off x="640080" y="987552"/>
            <a:ext cx="10972800" cy="338554"/>
          </a:xfrm>
          <a:prstGeom prst="rect">
            <a:avLst/>
          </a:prstGeom>
          <a:noFill/>
        </p:spPr>
        <p:txBody>
          <a:bodyPr wrap="square" anchor="t">
            <a:spAutoFit/>
          </a:bodyPr>
          <a:lstStyle/>
          <a:p>
            <a:pPr algn="l">
              <a:lnSpc>
                <a:spcPct val="100000"/>
              </a:lnSpc>
            </a:pPr>
            <a:r>
              <a:rPr lang="pt-BR" sz="1600" b="0" i="0">
                <a:solidFill>
                  <a:srgbClr val="6B6B6B"/>
                </a:solidFill>
                <a:latin typeface="DejaVu Sans"/>
              </a:rPr>
              <a:t>Cada seta já tem um componente de IA funcionando - fechar o loop é a tese</a:t>
            </a:r>
            <a:endParaRPr sz="1600" b="0" i="0">
              <a:solidFill>
                <a:srgbClr val="6B6B6B"/>
              </a:solidFill>
              <a:latin typeface="DejaVu Sans"/>
            </a:endParaRPr>
          </a:p>
        </p:txBody>
      </p:sp>
      <p:pic>
        <p:nvPicPr>
          <p:cNvPr id="5" name="Picture 4" descr="fig_loop.png"/>
          <p:cNvPicPr>
            <a:picLocks noChangeAspect="1"/>
          </p:cNvPicPr>
          <p:nvPr/>
        </p:nvPicPr>
        <p:blipFill>
          <a:blip r:embed="rId3"/>
          <a:stretch>
            <a:fillRect/>
          </a:stretch>
        </p:blipFill>
        <p:spPr>
          <a:xfrm>
            <a:off x="3788562" y="1481328"/>
            <a:ext cx="4614571" cy="4553712"/>
          </a:xfrm>
          <a:prstGeom prst="rect">
            <a:avLst/>
          </a:prstGeom>
        </p:spPr>
      </p:pic>
      <p:sp>
        <p:nvSpPr>
          <p:cNvPr id="6" name="TextBox 5"/>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4" tooltip="https://doi.org/10.1073/pnas.2421738122">
                  <a:extLst>
                    <a:ext uri="{A12FA001-AC4F-418D-AE19-62706E023703}">
                      <ahyp:hlinkClr xmlns:ahyp="http://schemas.microsoft.com/office/drawing/2018/hyperlinkcolor" val="tx"/>
                    </a:ext>
                  </a:extLst>
                </a:hlinkClick>
              </a:rPr>
              <a:t>Zhai 2025 PNAS</a:t>
            </a:r>
            <a:r>
              <a:rPr lang="en-US" sz="1000" b="0" i="0">
                <a:solidFill>
                  <a:srgbClr val="6B6B6B"/>
                </a:solidFill>
                <a:latin typeface="DejaVu Sans"/>
              </a:rPr>
              <a:t> · </a:t>
            </a:r>
            <a:r>
              <a:rPr lang="en-US" sz="1000" b="0" i="0" u="sng">
                <a:solidFill>
                  <a:srgbClr val="6B6B6B"/>
                </a:solidFill>
                <a:latin typeface="DejaVu Sans"/>
                <a:hlinkClick r:id="rId5" tooltip="https://doi.org/10.1126/science.ado9336">
                  <a:extLst>
                    <a:ext uri="{A12FA001-AC4F-418D-AE19-62706E023703}">
                      <ahyp:hlinkClr xmlns:ahyp="http://schemas.microsoft.com/office/drawing/2018/hyperlinkcolor" val="tx"/>
                    </a:ext>
                  </a:extLst>
                </a:hlinkClick>
              </a:rPr>
              <a:t>Nguyen 2024 Science</a:t>
            </a:r>
            <a:r>
              <a:rPr lang="en-US" sz="1000" b="0" i="0">
                <a:solidFill>
                  <a:srgbClr val="6B6B6B"/>
                </a:solidFill>
                <a:latin typeface="DejaVu Sans"/>
              </a:rPr>
              <a:t> · </a:t>
            </a:r>
            <a:r>
              <a:rPr lang="en-US" sz="1000" b="0" i="0" u="sng">
                <a:solidFill>
                  <a:srgbClr val="6B6B6B"/>
                </a:solidFill>
                <a:latin typeface="DejaVu Sans"/>
                <a:hlinkClick r:id="rId6" tooltip="https://doi.org/10.1038/s42003-025-07890-7">
                  <a:extLst>
                    <a:ext uri="{A12FA001-AC4F-418D-AE19-62706E023703}">
                      <ahyp:hlinkClr xmlns:ahyp="http://schemas.microsoft.com/office/drawing/2018/hyperlinkcolor" val="tx"/>
                    </a:ext>
                  </a:extLst>
                </a:hlinkClick>
              </a:rPr>
              <a:t>DeBruin 2025 Commun Biol</a:t>
            </a:r>
            <a:r>
              <a:rPr lang="en-US" sz="1000" b="0" i="0">
                <a:solidFill>
                  <a:srgbClr val="6B6B6B"/>
                </a:solidFill>
                <a:latin typeface="DejaVu Sans"/>
              </a:rPr>
              <a:t> · </a:t>
            </a:r>
            <a:r>
              <a:rPr lang="en-US" sz="1000" b="0" i="0" u="sng">
                <a:solidFill>
                  <a:srgbClr val="6B6B6B"/>
                </a:solidFill>
                <a:latin typeface="DejaVu Sans"/>
                <a:hlinkClick r:id="rId7" tooltip="https://doi.org/10.1371/journal.pcbi.1013729">
                  <a:extLst>
                    <a:ext uri="{A12FA001-AC4F-418D-AE19-62706E023703}">
                      <ahyp:hlinkClr xmlns:ahyp="http://schemas.microsoft.com/office/drawing/2018/hyperlinkcolor" val="tx"/>
                    </a:ext>
                  </a:extLst>
                </a:hlinkClick>
              </a:rPr>
              <a:t>Morshedian 2026 PLOS Comput Biol</a:t>
            </a:r>
            <a:r>
              <a:rPr lang="en-US" sz="1000" b="0" i="0">
                <a:solidFill>
                  <a:srgbClr val="6B6B6B"/>
                </a:solidFill>
                <a:latin typeface="DejaVu Sans"/>
              </a:rPr>
              <a:t> · </a:t>
            </a:r>
            <a:r>
              <a:rPr lang="en-US" sz="1000" b="0" i="0" u="sng">
                <a:solidFill>
                  <a:srgbClr val="6B6B6B"/>
                </a:solidFill>
                <a:latin typeface="DejaVu Sans"/>
                <a:hlinkClick r:id="rId8" tooltip="https://doi.org/10.1038/s41586-026-10652-y">
                  <a:extLst>
                    <a:ext uri="{A12FA001-AC4F-418D-AE19-62706E023703}">
                      <ahyp:hlinkClr xmlns:ahyp="http://schemas.microsoft.com/office/drawing/2018/hyperlinkcolor" val="tx"/>
                    </a:ext>
                  </a:extLst>
                </a:hlinkClick>
              </a:rPr>
              <a:t>Ghareeb 2026 Nature</a:t>
            </a:r>
            <a:r>
              <a:rPr lang="en-US" sz="1000" b="0" i="0">
                <a:solidFill>
                  <a:srgbClr val="6B6B6B"/>
                </a:solidFill>
                <a:latin typeface="DejaVu Sans"/>
              </a:rPr>
              <a:t> · </a:t>
            </a:r>
            <a:r>
              <a:rPr lang="en-US" sz="1000" b="0" i="0" u="sng">
                <a:solidFill>
                  <a:srgbClr val="6B6B6B"/>
                </a:solidFill>
                <a:latin typeface="DejaVu Sans"/>
                <a:hlinkClick r:id="rId9" tooltip="https://doi.org/10.1038/s41598-024-63497-8">
                  <a:extLst>
                    <a:ext uri="{A12FA001-AC4F-418D-AE19-62706E023703}">
                      <ahyp:hlinkClr xmlns:ahyp="http://schemas.microsoft.com/office/drawing/2018/hyperlinkcolor" val="tx"/>
                    </a:ext>
                  </a:extLst>
                </a:hlinkClick>
              </a:rPr>
              <a:t>Sordo 2024 Sci Rep</a:t>
            </a:r>
            <a:endParaRPr sz="1000" b="0" i="0" u="sng">
              <a:solidFill>
                <a:srgbClr val="6B6B6B"/>
              </a:solidFill>
              <a:latin typeface="DejaVu Sans"/>
            </a:endParaRPr>
          </a:p>
        </p:txBody>
      </p:sp>
    </p:spTree>
    <p:extLst>
      <p:ext uri="{BB962C8B-B14F-4D97-AF65-F5344CB8AC3E}">
        <p14:creationId xmlns:p14="http://schemas.microsoft.com/office/powerpoint/2010/main" val="30474096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pt-BR" sz="3200" b="1" i="0">
                <a:solidFill>
                  <a:srgbClr val="4A7C59"/>
                </a:solidFill>
                <a:latin typeface="DejaVu Serif"/>
              </a:rPr>
              <a:t>O que aprender a seguir - concretamente</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Mantenha a genética quantitativa: todo modelo que superou um baseline aqui codificou estrutura que um melhorista já entende</a:t>
            </a:r>
            <a:endParaRPr sz="1700" b="0" i="0">
              <a:solidFill>
                <a:srgbClr val="2E3A2F"/>
              </a:solidFill>
              <a:latin typeface="DejaVu Sans"/>
            </a:endParaRPr>
          </a:p>
        </p:txBody>
      </p:sp>
      <p:sp>
        <p:nvSpPr>
          <p:cNvPr id="6" name="Oval 5"/>
          <p:cNvSpPr/>
          <p:nvPr/>
        </p:nvSpPr>
        <p:spPr>
          <a:xfrm>
            <a:off x="713232" y="25237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3774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Aprenda a fazer fine-tuning, não pré-treino: adaptadores LoRA, backbones congelados, transfer learning</a:t>
            </a:r>
            <a:endParaRPr sz="1700" b="0" i="0">
              <a:solidFill>
                <a:srgbClr val="2E3A2F"/>
              </a:solidFill>
              <a:latin typeface="DejaVu Sans"/>
            </a:endParaRPr>
          </a:p>
        </p:txBody>
      </p:sp>
      <p:sp>
        <p:nvSpPr>
          <p:cNvPr id="8" name="Oval 7"/>
          <p:cNvSpPr/>
          <p:nvPr/>
        </p:nvSpPr>
        <p:spPr>
          <a:xfrm>
            <a:off x="713232" y="34381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2918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Use modelos e dados abertos: AgroNT, PlantCaduceus e PLLaMa no HuggingFace; G2F e GWHD como dados</a:t>
            </a:r>
            <a:endParaRPr sz="1700" b="0" i="0">
              <a:solidFill>
                <a:srgbClr val="2E3A2F"/>
              </a:solidFill>
              <a:latin typeface="DejaVu Sans"/>
            </a:endParaRPr>
          </a:p>
        </p:txBody>
      </p:sp>
      <p:sp>
        <p:nvSpPr>
          <p:cNvPr id="10" name="Oval 9"/>
          <p:cNvSpPr/>
          <p:nvPr/>
        </p:nvSpPr>
        <p:spPr>
          <a:xfrm>
            <a:off x="713232" y="43525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2062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Olhe para fora: química, proteínas, clima e robótica são onde parte da próxima geração de traits e produtos vai nascer</a:t>
            </a:r>
            <a:endParaRPr sz="1700" b="0" i="0">
              <a:solidFill>
                <a:srgbClr val="2E3A2F"/>
              </a:solidFill>
              <a:latin typeface="DejaVu Sans"/>
            </a:endParaRPr>
          </a:p>
        </p:txBody>
      </p:sp>
      <p:sp>
        <p:nvSpPr>
          <p:cNvPr id="12" name="Oval 11"/>
          <p:cNvSpPr/>
          <p:nvPr/>
        </p:nvSpPr>
        <p:spPr>
          <a:xfrm>
            <a:off x="713232" y="52669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51206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Trate agentes como colaboradores auditáveis: resolva cada DOI, revise cada linha e compare com um baseline bem ajustado</a:t>
            </a:r>
            <a:endParaRPr sz="1700" b="0" i="0">
              <a:solidFill>
                <a:srgbClr val="2E3A2F"/>
              </a:solidFill>
              <a:latin typeface="DejaVu Sans"/>
            </a:endParaRPr>
          </a:p>
        </p:txBody>
      </p:sp>
      <p:sp>
        <p:nvSpPr>
          <p:cNvPr id="14" name="TextBox 13"/>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doi.org/10.3389/fgene.2025.1568705">
                  <a:extLst>
                    <a:ext uri="{A12FA001-AC4F-418D-AE19-62706E023703}">
                      <ahyp:hlinkClr xmlns:ahyp="http://schemas.microsoft.com/office/drawing/2018/hyperlinkcolor" val="tx"/>
                    </a:ext>
                  </a:extLst>
                </a:hlinkClick>
              </a:rPr>
              <a:t>Montesinos-López 2025 Front Genet</a:t>
            </a:r>
            <a:r>
              <a:rPr lang="en-US" sz="1000" b="0" i="0">
                <a:solidFill>
                  <a:srgbClr val="6B6B6B"/>
                </a:solidFill>
                <a:latin typeface="DejaVu Sans"/>
              </a:rPr>
              <a:t> · </a:t>
            </a:r>
            <a:r>
              <a:rPr lang="en-US" sz="1000" b="0" i="0" u="sng">
                <a:solidFill>
                  <a:srgbClr val="6B6B6B"/>
                </a:solidFill>
                <a:latin typeface="DejaVu Sans"/>
                <a:hlinkClick r:id="rId4" tooltip="https://doi.org/10.1101/2025.09.05.674546">
                  <a:extLst>
                    <a:ext uri="{A12FA001-AC4F-418D-AE19-62706E023703}">
                      <ahyp:hlinkClr xmlns:ahyp="http://schemas.microsoft.com/office/drawing/2018/hyperlinkcolor" val="tx"/>
                    </a:ext>
                  </a:extLst>
                </a:hlinkClick>
              </a:rPr>
              <a:t>Potze 2025 bioRxiv [preprint]</a:t>
            </a:r>
            <a:r>
              <a:rPr lang="en-US" sz="1000" b="0" i="0">
                <a:solidFill>
                  <a:srgbClr val="6B6B6B"/>
                </a:solidFill>
                <a:latin typeface="DejaVu Sans"/>
              </a:rPr>
              <a:t> · </a:t>
            </a:r>
            <a:r>
              <a:rPr lang="en-US" sz="1000" b="0" i="0" u="sng">
                <a:solidFill>
                  <a:srgbClr val="6B6B6B"/>
                </a:solidFill>
                <a:latin typeface="DejaVu Sans"/>
                <a:hlinkClick r:id="rId5" tooltip="https://doi.org/10.1073/pnas.2421738122">
                  <a:extLst>
                    <a:ext uri="{A12FA001-AC4F-418D-AE19-62706E023703}">
                      <ahyp:hlinkClr xmlns:ahyp="http://schemas.microsoft.com/office/drawing/2018/hyperlinkcolor" val="tx"/>
                    </a:ext>
                  </a:extLst>
                </a:hlinkClick>
              </a:rPr>
              <a:t>Zhai 2025 PNAS</a:t>
            </a:r>
            <a:r>
              <a:rPr lang="en-US" sz="1000" b="0" i="0">
                <a:solidFill>
                  <a:srgbClr val="6B6B6B"/>
                </a:solidFill>
                <a:latin typeface="DejaVu Sans"/>
              </a:rPr>
              <a:t> · </a:t>
            </a:r>
            <a:r>
              <a:rPr lang="en-US" sz="1000" b="0" i="0" u="sng">
                <a:solidFill>
                  <a:srgbClr val="6B6B6B"/>
                </a:solidFill>
                <a:latin typeface="DejaVu Sans"/>
                <a:hlinkClick r:id="rId6" tooltip="https://doi.org/10.1109/iccvw60793.2023.00067">
                  <a:extLst>
                    <a:ext uri="{A12FA001-AC4F-418D-AE19-62706E023703}">
                      <ahyp:hlinkClr xmlns:ahyp="http://schemas.microsoft.com/office/drawing/2018/hyperlinkcolor" val="tx"/>
                    </a:ext>
                  </a:extLst>
                </a:hlinkClick>
              </a:rPr>
              <a:t>Chen 2023 ICCV Workshops</a:t>
            </a:r>
            <a:r>
              <a:rPr lang="en-US" sz="1000" b="0" i="0">
                <a:solidFill>
                  <a:srgbClr val="6B6B6B"/>
                </a:solidFill>
                <a:latin typeface="DejaVu Sans"/>
              </a:rPr>
              <a:t> · </a:t>
            </a:r>
            <a:r>
              <a:rPr lang="en-US" sz="1000" b="0" i="0" u="sng">
                <a:solidFill>
                  <a:srgbClr val="6B6B6B"/>
                </a:solidFill>
                <a:latin typeface="DejaVu Sans"/>
                <a:hlinkClick r:id="rId7" tooltip="https://doi.org/10.1093/genetics/iyae195">
                  <a:extLst>
                    <a:ext uri="{A12FA001-AC4F-418D-AE19-62706E023703}">
                      <ahyp:hlinkClr xmlns:ahyp="http://schemas.microsoft.com/office/drawing/2018/hyperlinkcolor" val="tx"/>
                    </a:ext>
                  </a:extLst>
                </a:hlinkClick>
              </a:rPr>
              <a:t>Washburn 2025 Genetics</a:t>
            </a:r>
            <a:r>
              <a:rPr lang="en-US" sz="1000" b="0" i="0">
                <a:solidFill>
                  <a:srgbClr val="6B6B6B"/>
                </a:solidFill>
                <a:latin typeface="DejaVu Sans"/>
              </a:rPr>
              <a:t> · </a:t>
            </a:r>
            <a:r>
              <a:rPr lang="en-US" sz="1000" b="0" i="0" u="sng">
                <a:solidFill>
                  <a:srgbClr val="6B6B6B"/>
                </a:solidFill>
                <a:latin typeface="DejaVu Sans"/>
                <a:hlinkClick r:id="rId8" tooltip="https://doi.org/10.1038/s41598-023-41032-5">
                  <a:extLst>
                    <a:ext uri="{A12FA001-AC4F-418D-AE19-62706E023703}">
                      <ahyp:hlinkClr xmlns:ahyp="http://schemas.microsoft.com/office/drawing/2018/hyperlinkcolor" val="tx"/>
                    </a:ext>
                  </a:extLst>
                </a:hlinkClick>
              </a:rPr>
              <a:t>Walters 2023 Sci Rep</a:t>
            </a:r>
            <a:endParaRPr sz="1000" b="0" i="0" u="sng">
              <a:solidFill>
                <a:srgbClr val="6B6B6B"/>
              </a:solidFill>
              <a:latin typeface="DejaVu Sans"/>
            </a:endParaRPr>
          </a:p>
        </p:txBody>
      </p:sp>
    </p:spTree>
    <p:extLst>
      <p:ext uri="{BB962C8B-B14F-4D97-AF65-F5344CB8AC3E}">
        <p14:creationId xmlns:p14="http://schemas.microsoft.com/office/powerpoint/2010/main" val="12162522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588494"/>
          </a:xfrm>
          <a:prstGeom prst="rect">
            <a:avLst/>
          </a:prstGeom>
          <a:noFill/>
        </p:spPr>
        <p:txBody>
          <a:bodyPr wrap="square" anchor="t">
            <a:spAutoFit/>
          </a:bodyPr>
          <a:lstStyle/>
          <a:p>
            <a:pPr algn="l">
              <a:lnSpc>
                <a:spcPct val="105000"/>
              </a:lnSpc>
            </a:pPr>
            <a:r>
              <a:rPr lang="en-US" sz="3200" b="1" i="0">
                <a:solidFill>
                  <a:srgbClr val="4A7C59"/>
                </a:solidFill>
                <a:latin typeface="DejaVu Serif"/>
              </a:rPr>
              <a:t>Perguntas abertas - vamos discutir</a:t>
            </a:r>
            <a:endParaRPr sz="3200" b="1" i="0">
              <a:solidFill>
                <a:srgbClr val="4A7C59"/>
              </a:solidFill>
              <a:latin typeface="DejaVu Serif"/>
            </a:endParaRP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Se um modelo de fundação pontua cada variante do seu pangenoma, qual é o papel do estudo de QTL?</a:t>
            </a:r>
            <a:endParaRPr sz="1700" b="0" i="0">
              <a:solidFill>
                <a:srgbClr val="2E3A2F"/>
              </a:solidFill>
              <a:latin typeface="DejaVu Sans"/>
            </a:endParaRPr>
          </a:p>
        </p:txBody>
      </p:sp>
      <p:sp>
        <p:nvSpPr>
          <p:cNvPr id="6" name="Oval 5"/>
          <p:cNvSpPr/>
          <p:nvPr/>
        </p:nvSpPr>
        <p:spPr>
          <a:xfrm>
            <a:off x="713232" y="25237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3774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Se a IA corta o custo da descoberta, por que o tempo de um event subiu de 13,1 para 16,5 anos? Onde investir?</a:t>
            </a:r>
            <a:endParaRPr sz="1700" b="0" i="0">
              <a:solidFill>
                <a:srgbClr val="2E3A2F"/>
              </a:solidFill>
              <a:latin typeface="DejaVu Sans"/>
            </a:endParaRPr>
          </a:p>
        </p:txBody>
      </p:sp>
      <p:sp>
        <p:nvSpPr>
          <p:cNvPr id="8" name="Oval 7"/>
          <p:cNvSpPr/>
          <p:nvPr/>
        </p:nvSpPr>
        <p:spPr>
          <a:xfrm>
            <a:off x="713232" y="34381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2918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Onde um programa público deveria gastar o próximo R$ 1 milhão: mais parcelas, robôs de fenotipagem ou desenvolvimento de modelos?</a:t>
            </a:r>
            <a:endParaRPr sz="1700" b="0" i="0">
              <a:solidFill>
                <a:srgbClr val="2E3A2F"/>
              </a:solidFill>
              <a:latin typeface="DejaVu Sans"/>
            </a:endParaRPr>
          </a:p>
        </p:txBody>
      </p:sp>
      <p:sp>
        <p:nvSpPr>
          <p:cNvPr id="10" name="Oval 9"/>
          <p:cNvSpPr/>
          <p:nvPr/>
        </p:nvSpPr>
        <p:spPr>
          <a:xfrm>
            <a:off x="713232" y="43525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2062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Se um agente escreve a análise e rascunha o artigo, qual é exatamente a contribuição do cientista?</a:t>
            </a:r>
            <a:endParaRPr sz="1700" b="0" i="0">
              <a:solidFill>
                <a:srgbClr val="2E3A2F"/>
              </a:solidFill>
              <a:latin typeface="DejaVu Sans"/>
            </a:endParaRPr>
          </a:p>
        </p:txBody>
      </p:sp>
      <p:sp>
        <p:nvSpPr>
          <p:cNvPr id="12" name="Oval 11"/>
          <p:cNvSpPr/>
          <p:nvPr/>
        </p:nvSpPr>
        <p:spPr>
          <a:xfrm>
            <a:off x="713232" y="52669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5120640"/>
            <a:ext cx="10332720" cy="668645"/>
          </a:xfrm>
          <a:prstGeom prst="rect">
            <a:avLst/>
          </a:prstGeom>
          <a:noFill/>
        </p:spPr>
        <p:txBody>
          <a:bodyPr wrap="square" anchor="t">
            <a:spAutoFit/>
          </a:bodyPr>
          <a:lstStyle/>
          <a:p>
            <a:pPr algn="l">
              <a:lnSpc>
                <a:spcPct val="116000"/>
              </a:lnSpc>
            </a:pPr>
            <a:r>
              <a:rPr lang="pt-BR" sz="1700" b="0" i="0">
                <a:solidFill>
                  <a:srgbClr val="2E3A2F"/>
                </a:solidFill>
                <a:latin typeface="DejaVu Sans"/>
              </a:rPr>
              <a:t>Quem deveria ser dono do modelo treinado com os dados de um programa público de melhoramento?</a:t>
            </a:r>
            <a:endParaRPr sz="1700" b="0" i="0">
              <a:solidFill>
                <a:srgbClr val="2E3A2F"/>
              </a:solidFill>
              <a:latin typeface="DejaVu Sans"/>
            </a:endParaRPr>
          </a:p>
        </p:txBody>
      </p:sp>
      <p:sp>
        <p:nvSpPr>
          <p:cNvPr id="14" name="TextBox 13"/>
          <p:cNvSpPr txBox="1"/>
          <p:nvPr/>
        </p:nvSpPr>
        <p:spPr>
          <a:xfrm>
            <a:off x="502920" y="6144768"/>
            <a:ext cx="11201400" cy="409792"/>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doi.org/10.1038/s41587-024-02511-w">
                  <a:extLst>
                    <a:ext uri="{A12FA001-AC4F-418D-AE19-62706E023703}">
                      <ahyp:hlinkClr xmlns:ahyp="http://schemas.microsoft.com/office/drawing/2018/hyperlinkcolor" val="tx"/>
                    </a:ext>
                  </a:extLst>
                </a:hlinkClick>
              </a:rPr>
              <a:t>Benegas 2025 Nat Biotechnol</a:t>
            </a:r>
            <a:r>
              <a:rPr lang="en-US" sz="1000" b="0" i="0">
                <a:solidFill>
                  <a:srgbClr val="6B6B6B"/>
                </a:solidFill>
                <a:latin typeface="DejaVu Sans"/>
              </a:rPr>
              <a:t> · </a:t>
            </a:r>
            <a:r>
              <a:rPr lang="en-US" sz="1000" b="0" i="0" u="sng">
                <a:solidFill>
                  <a:srgbClr val="6B6B6B"/>
                </a:solidFill>
                <a:latin typeface="DejaVu Sans"/>
                <a:hlinkClick r:id="rId4" tooltip="https://doi.org/10.1038/s41467-026-73097-x">
                  <a:extLst>
                    <a:ext uri="{A12FA001-AC4F-418D-AE19-62706E023703}">
                      <ahyp:hlinkClr xmlns:ahyp="http://schemas.microsoft.com/office/drawing/2018/hyperlinkcolor" val="tx"/>
                    </a:ext>
                  </a:extLst>
                </a:hlinkClick>
              </a:rPr>
              <a:t>Li 2026 Nat Commun</a:t>
            </a:r>
            <a:r>
              <a:rPr lang="en-US" sz="1000" b="0" i="0">
                <a:solidFill>
                  <a:srgbClr val="6B6B6B"/>
                </a:solidFill>
                <a:latin typeface="DejaVu Sans"/>
              </a:rPr>
              <a:t> · </a:t>
            </a:r>
            <a:r>
              <a:rPr lang="en-US" sz="1000" b="0" i="0" u="sng">
                <a:solidFill>
                  <a:srgbClr val="6B6B6B"/>
                </a:solidFill>
                <a:latin typeface="DejaVu Sans"/>
                <a:hlinkClick r:id="rId5" tooltip="https://doi.org/10.1371/journal.pcbi.1013729">
                  <a:extLst>
                    <a:ext uri="{A12FA001-AC4F-418D-AE19-62706E023703}">
                      <ahyp:hlinkClr xmlns:ahyp="http://schemas.microsoft.com/office/drawing/2018/hyperlinkcolor" val="tx"/>
                    </a:ext>
                  </a:extLst>
                </a:hlinkClick>
              </a:rPr>
              <a:t>Morshedian 2026 PLOS Comput Biol</a:t>
            </a:r>
            <a:r>
              <a:rPr lang="en-US" sz="1000" b="0" i="0">
                <a:solidFill>
                  <a:srgbClr val="6B6B6B"/>
                </a:solidFill>
                <a:latin typeface="DejaVu Sans"/>
              </a:rPr>
              <a:t> · </a:t>
            </a:r>
            <a:r>
              <a:rPr lang="en-US" sz="1000" b="0" i="0" u="sng">
                <a:solidFill>
                  <a:srgbClr val="6B6B6B"/>
                </a:solidFill>
                <a:latin typeface="DejaVu Sans"/>
                <a:hlinkClick r:id="rId6" tooltip="https://doi.org/10.1038/s41586-026-10265-5">
                  <a:extLst>
                    <a:ext uri="{A12FA001-AC4F-418D-AE19-62706E023703}">
                      <ahyp:hlinkClr xmlns:ahyp="http://schemas.microsoft.com/office/drawing/2018/hyperlinkcolor" val="tx"/>
                    </a:ext>
                  </a:extLst>
                </a:hlinkClick>
              </a:rPr>
              <a:t>Lu 2026 Nature</a:t>
            </a:r>
            <a:r>
              <a:rPr lang="en-US" sz="1000" b="0" i="0">
                <a:solidFill>
                  <a:srgbClr val="6B6B6B"/>
                </a:solidFill>
                <a:latin typeface="DejaVu Sans"/>
              </a:rPr>
              <a:t> · </a:t>
            </a:r>
            <a:r>
              <a:rPr lang="en-US" sz="1000" b="0" i="0" u="sng">
                <a:solidFill>
                  <a:srgbClr val="6B6B6B"/>
                </a:solidFill>
                <a:latin typeface="DejaVu Sans"/>
                <a:hlinkClick r:id="rId7" tooltip="https://www.bayer.com/en-us/united-states/news-and-stories/2025/ely-wins-ai-based-agtech-solution-of-the-year">
                  <a:extLst>
                    <a:ext uri="{A12FA001-AC4F-418D-AE19-62706E023703}">
                      <ahyp:hlinkClr xmlns:ahyp="http://schemas.microsoft.com/office/drawing/2018/hyperlinkcolor" val="tx"/>
                    </a:ext>
                  </a:extLst>
                </a:hlinkClick>
              </a:rPr>
              <a:t>Bayer 2025 press release [empresa]</a:t>
            </a:r>
            <a:r>
              <a:rPr lang="en-US" sz="1000" b="0" i="0">
                <a:solidFill>
                  <a:srgbClr val="6B6B6B"/>
                </a:solidFill>
                <a:latin typeface="DejaVu Sans"/>
              </a:rPr>
              <a:t> · </a:t>
            </a:r>
            <a:r>
              <a:rPr lang="en-US" sz="1000" b="0" i="0" u="sng">
                <a:solidFill>
                  <a:srgbClr val="6B6B6B"/>
                </a:solidFill>
                <a:latin typeface="DejaVu Sans"/>
                <a:hlinkClick r:id="rId8" tooltip="https://croplife.org/wp-content/uploads/2022/05/AgbioInvestor-Trait-RD-Branded-Report-Final-20220512.pdf">
                  <a:extLst>
                    <a:ext uri="{A12FA001-AC4F-418D-AE19-62706E023703}">
                      <ahyp:hlinkClr xmlns:ahyp="http://schemas.microsoft.com/office/drawing/2018/hyperlinkcolor" val="tx"/>
                    </a:ext>
                  </a:extLst>
                </a:hlinkClick>
              </a:rPr>
              <a:t>AgbioInvestor 2022 [relatório]</a:t>
            </a:r>
            <a:endParaRPr sz="1000" b="0" i="0" u="sng">
              <a:solidFill>
                <a:srgbClr val="6B6B6B"/>
              </a:solidFill>
              <a:latin typeface="DejaVu Sans"/>
            </a:endParaRPr>
          </a:p>
        </p:txBody>
      </p:sp>
    </p:spTree>
    <p:extLst>
      <p:ext uri="{BB962C8B-B14F-4D97-AF65-F5344CB8AC3E}">
        <p14:creationId xmlns:p14="http://schemas.microsoft.com/office/powerpoint/2010/main" val="23801474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12503"/>
          </a:xfrm>
          <a:prstGeom prst="rect">
            <a:avLst/>
          </a:prstGeom>
          <a:noFill/>
        </p:spPr>
        <p:txBody>
          <a:bodyPr wrap="square" anchor="t">
            <a:spAutoFit/>
          </a:bodyPr>
          <a:lstStyle/>
          <a:p>
            <a:pPr algn="l">
              <a:lnSpc>
                <a:spcPct val="105000"/>
              </a:lnSpc>
            </a:pPr>
            <a:r>
              <a:rPr lang="en-US" sz="4000" b="1" i="0">
                <a:solidFill>
                  <a:srgbClr val="B7472A"/>
                </a:solidFill>
                <a:latin typeface="DejaVu Serif"/>
              </a:rPr>
              <a:t>Sua vez</a:t>
            </a:r>
            <a:endParaRPr sz="4000" b="1" i="0">
              <a:solidFill>
                <a:srgbClr val="B7472A"/>
              </a:solidFill>
              <a:latin typeface="DejaVu Serif"/>
            </a:endParaRPr>
          </a:p>
        </p:txBody>
      </p:sp>
      <p:sp>
        <p:nvSpPr>
          <p:cNvPr id="4" name="Oval 3"/>
          <p:cNvSpPr/>
          <p:nvPr/>
        </p:nvSpPr>
        <p:spPr>
          <a:xfrm>
            <a:off x="713232" y="1938528"/>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783080"/>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Cada resultado desta tarde foi produzido por alguém que decidiu tentar algo que ainda não existia</a:t>
            </a:r>
            <a:endParaRPr sz="1900" b="0" i="0">
              <a:solidFill>
                <a:srgbClr val="2E3A2F"/>
              </a:solidFill>
              <a:latin typeface="DejaVu Sans"/>
            </a:endParaRPr>
          </a:p>
        </p:txBody>
      </p:sp>
      <p:sp>
        <p:nvSpPr>
          <p:cNvPr id="6" name="Oval 5"/>
          <p:cNvSpPr/>
          <p:nvPr/>
        </p:nvSpPr>
        <p:spPr>
          <a:xfrm>
            <a:off x="713232" y="2999232"/>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843784"/>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Os dados são públicos, os modelos são abertos e as lacunas estão documentadas - várias delas são específicas de plantas</a:t>
            </a:r>
            <a:endParaRPr sz="1900" b="0" i="0">
              <a:solidFill>
                <a:srgbClr val="2E3A2F"/>
              </a:solidFill>
              <a:latin typeface="DejaVu Sans"/>
            </a:endParaRPr>
          </a:p>
        </p:txBody>
      </p:sp>
      <p:sp>
        <p:nvSpPr>
          <p:cNvPr id="8" name="Oval 7"/>
          <p:cNvSpPr/>
          <p:nvPr/>
        </p:nvSpPr>
        <p:spPr>
          <a:xfrm>
            <a:off x="713232" y="4059936"/>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904488"/>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Um especialista em plantas com 676 milhões de parâmetros venceu um generalista de 7 bilhões. Conhecimento de domínio é a vantagem, e vocês o têm</a:t>
            </a:r>
            <a:endParaRPr sz="1900" b="0" i="0">
              <a:solidFill>
                <a:srgbClr val="2E3A2F"/>
              </a:solidFill>
              <a:latin typeface="DejaVu Sans"/>
            </a:endParaRPr>
          </a:p>
        </p:txBody>
      </p:sp>
      <p:sp>
        <p:nvSpPr>
          <p:cNvPr id="10" name="Oval 9"/>
          <p:cNvSpPr/>
          <p:nvPr/>
        </p:nvSpPr>
        <p:spPr>
          <a:xfrm>
            <a:off x="713232" y="5120640"/>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965192"/>
            <a:ext cx="10332720" cy="746679"/>
          </a:xfrm>
          <a:prstGeom prst="rect">
            <a:avLst/>
          </a:prstGeom>
          <a:noFill/>
        </p:spPr>
        <p:txBody>
          <a:bodyPr wrap="square" anchor="t">
            <a:spAutoFit/>
          </a:bodyPr>
          <a:lstStyle/>
          <a:p>
            <a:pPr algn="l">
              <a:lnSpc>
                <a:spcPct val="118000"/>
              </a:lnSpc>
            </a:pPr>
            <a:r>
              <a:rPr lang="pt-BR" sz="1900" b="0" i="0">
                <a:solidFill>
                  <a:srgbClr val="2E3A2F"/>
                </a:solidFill>
                <a:latin typeface="DejaVu Sans"/>
              </a:rPr>
              <a:t>Todo o material do curso e as referências verificadas estão no repositório. Escolham um gargalo do seu programa e ataquem-no neste semestre</a:t>
            </a:r>
            <a:endParaRPr sz="1900" b="0" i="0">
              <a:solidFill>
                <a:srgbClr val="2E3A2F"/>
              </a:solidFill>
              <a:latin typeface="DejaVu Sans"/>
            </a:endParaRPr>
          </a:p>
        </p:txBody>
      </p:sp>
      <p:sp>
        <p:nvSpPr>
          <p:cNvPr id="12" name="TextBox 11"/>
          <p:cNvSpPr txBox="1"/>
          <p:nvPr/>
        </p:nvSpPr>
        <p:spPr>
          <a:xfrm>
            <a:off x="502920" y="6144768"/>
            <a:ext cx="11201400" cy="243593"/>
          </a:xfrm>
          <a:prstGeom prst="rect">
            <a:avLst/>
          </a:prstGeom>
          <a:noFill/>
        </p:spPr>
        <p:txBody>
          <a:bodyPr wrap="square" anchor="t">
            <a:spAutoFit/>
          </a:bodyPr>
          <a:lstStyle/>
          <a:p>
            <a:pPr algn="l">
              <a:lnSpc>
                <a:spcPct val="108000"/>
              </a:lnSpc>
            </a:pPr>
            <a:r>
              <a:rPr lang="en-US" sz="1000" b="0" i="0" u="sng">
                <a:solidFill>
                  <a:srgbClr val="6B6B6B"/>
                </a:solidFill>
                <a:latin typeface="DejaVu Sans"/>
                <a:hlinkClick r:id="rId3" tooltip="https://doi.org/10.1016/j.xgen.2026.101329">
                  <a:extLst>
                    <a:ext uri="{A12FA001-AC4F-418D-AE19-62706E023703}">
                      <ahyp:hlinkClr xmlns:ahyp="http://schemas.microsoft.com/office/drawing/2018/hyperlinkcolor" val="tx"/>
                    </a:ext>
                  </a:extLst>
                </a:hlinkClick>
              </a:rPr>
              <a:t>Zhai 2026 Cell Genomics</a:t>
            </a:r>
            <a:r>
              <a:rPr lang="en-US" sz="1000" b="0" i="0">
                <a:solidFill>
                  <a:srgbClr val="6B6B6B"/>
                </a:solidFill>
                <a:latin typeface="DejaVu Sans"/>
              </a:rPr>
              <a:t> · </a:t>
            </a:r>
            <a:r>
              <a:rPr lang="en-US" sz="1000" b="0" i="0" u="sng">
                <a:solidFill>
                  <a:srgbClr val="6B6B6B"/>
                </a:solidFill>
                <a:latin typeface="DejaVu Sans"/>
                <a:hlinkClick r:id="rId4" tooltip="https://doi.org/10.1093/genetics/iyae195">
                  <a:extLst>
                    <a:ext uri="{A12FA001-AC4F-418D-AE19-62706E023703}">
                      <ahyp:hlinkClr xmlns:ahyp="http://schemas.microsoft.com/office/drawing/2018/hyperlinkcolor" val="tx"/>
                    </a:ext>
                  </a:extLst>
                </a:hlinkClick>
              </a:rPr>
              <a:t>Washburn 2025 Genetics</a:t>
            </a:r>
            <a:r>
              <a:rPr lang="en-US" sz="1000" b="0" i="0">
                <a:solidFill>
                  <a:srgbClr val="6B6B6B"/>
                </a:solidFill>
                <a:latin typeface="DejaVu Sans"/>
              </a:rPr>
              <a:t> · </a:t>
            </a:r>
            <a:r>
              <a:rPr lang="en-US" sz="1000" b="0" i="0" u="sng">
                <a:solidFill>
                  <a:srgbClr val="6B6B6B"/>
                </a:solidFill>
                <a:latin typeface="DejaVu Sans"/>
                <a:hlinkClick r:id="rId5" tooltip="https://doi.org/10.1038/s42003-024-06465-2">
                  <a:extLst>
                    <a:ext uri="{A12FA001-AC4F-418D-AE19-62706E023703}">
                      <ahyp:hlinkClr xmlns:ahyp="http://schemas.microsoft.com/office/drawing/2018/hyperlinkcolor" val="tx"/>
                    </a:ext>
                  </a:extLst>
                </a:hlinkClick>
              </a:rPr>
              <a:t>Mendoza-Revilla 2024 Commun Biol</a:t>
            </a:r>
            <a:r>
              <a:rPr lang="en-US" sz="1000" b="0" i="0">
                <a:solidFill>
                  <a:srgbClr val="6B6B6B"/>
                </a:solidFill>
                <a:latin typeface="DejaVu Sans"/>
              </a:rPr>
              <a:t> · </a:t>
            </a:r>
            <a:r>
              <a:rPr lang="en-US" sz="1000" b="0" i="0" u="sng">
                <a:solidFill>
                  <a:srgbClr val="6B6B6B"/>
                </a:solidFill>
                <a:latin typeface="DejaVu Sans"/>
                <a:hlinkClick r:id="rId6" tooltip="https://doi.org/10.1038/s41467-026-73097-x">
                  <a:extLst>
                    <a:ext uri="{A12FA001-AC4F-418D-AE19-62706E023703}">
                      <ahyp:hlinkClr xmlns:ahyp="http://schemas.microsoft.com/office/drawing/2018/hyperlinkcolor" val="tx"/>
                    </a:ext>
                  </a:extLst>
                </a:hlinkClick>
              </a:rPr>
              <a:t>Li 2026 Nat Commun</a:t>
            </a:r>
            <a:endParaRPr sz="1000" b="0" i="0" u="sng">
              <a:solidFill>
                <a:srgbClr val="6B6B6B"/>
              </a:solidFill>
              <a:latin typeface="DejaVu Sans"/>
            </a:endParaRPr>
          </a:p>
        </p:txBody>
      </p:sp>
    </p:spTree>
    <p:extLst>
      <p:ext uri="{BB962C8B-B14F-4D97-AF65-F5344CB8AC3E}">
        <p14:creationId xmlns:p14="http://schemas.microsoft.com/office/powerpoint/2010/main" val="2867148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4A7C59"/>
        </a:solidFill>
        <a:effectLst/>
      </p:bgPr>
    </p:bg>
    <p:spTree>
      <p:nvGrpSpPr>
        <p:cNvPr id="1" name="">
          <a:extLst>
            <a:ext uri="{FF2B5EF4-FFF2-40B4-BE49-F238E27FC236}">
              <a16:creationId xmlns:a16="http://schemas.microsoft.com/office/drawing/2014/main" id="{43669470-C10E-9FAB-6500-55D771D646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80E321C-959F-3B44-70F3-8955CAC832D4}"/>
              </a:ext>
            </a:extLst>
          </p:cNvPr>
          <p:cNvSpPr txBox="1"/>
          <p:nvPr/>
        </p:nvSpPr>
        <p:spPr>
          <a:xfrm>
            <a:off x="1005840" y="2377440"/>
            <a:ext cx="10241280" cy="769441"/>
          </a:xfrm>
          <a:prstGeom prst="rect">
            <a:avLst/>
          </a:prstGeom>
          <a:noFill/>
        </p:spPr>
        <p:txBody>
          <a:bodyPr wrap="square" anchor="t">
            <a:spAutoFit/>
          </a:bodyPr>
          <a:lstStyle/>
          <a:p>
            <a:pPr algn="l">
              <a:lnSpc>
                <a:spcPct val="100000"/>
              </a:lnSpc>
            </a:pPr>
            <a:r>
              <a:rPr lang="pt-BR" sz="4400" b="1" i="0" dirty="0">
                <a:solidFill>
                  <a:srgbClr val="FFFFFF"/>
                </a:solidFill>
                <a:latin typeface="DejaVu Serif"/>
              </a:rPr>
              <a:t>Obrigado</a:t>
            </a:r>
            <a:endParaRPr sz="4400" b="1" i="0" dirty="0">
              <a:solidFill>
                <a:srgbClr val="FFFFFF"/>
              </a:solidFill>
              <a:latin typeface="DejaVu Serif"/>
            </a:endParaRPr>
          </a:p>
        </p:txBody>
      </p:sp>
      <p:sp>
        <p:nvSpPr>
          <p:cNvPr id="4" name="Rectangle 3">
            <a:extLst>
              <a:ext uri="{FF2B5EF4-FFF2-40B4-BE49-F238E27FC236}">
                <a16:creationId xmlns:a16="http://schemas.microsoft.com/office/drawing/2014/main" id="{A98FD5F5-3786-C827-0C14-33E0B1CC3A85}"/>
              </a:ext>
            </a:extLst>
          </p:cNvPr>
          <p:cNvSpPr/>
          <p:nvPr/>
        </p:nvSpPr>
        <p:spPr>
          <a:xfrm>
            <a:off x="1005840" y="3584448"/>
            <a:ext cx="2011680" cy="50292"/>
          </a:xfrm>
          <a:prstGeom prst="rect">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5412560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8665</Words>
  <Application>Microsoft Office PowerPoint</Application>
  <PresentationFormat>Widescreen</PresentationFormat>
  <Paragraphs>339</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DejaVu Sans</vt:lpstr>
      <vt:lpstr>DejaVu 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Eder Silva</cp:lastModifiedBy>
  <cp:revision>1</cp:revision>
  <dcterms:created xsi:type="dcterms:W3CDTF">2013-01-27T09:14:16Z</dcterms:created>
  <dcterms:modified xsi:type="dcterms:W3CDTF">2026-10-27T20:32:05Z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c76c141-ac86-40e5-abf2-c6f60e474cee_Enabled">
    <vt:lpwstr>true</vt:lpwstr>
  </property>
  <property fmtid="{D5CDD505-2E9C-101B-9397-08002B2CF9AE}" pid="3" name="MSIP_Label_2c76c141-ac86-40e5-abf2-c6f60e474cee_SetDate">
    <vt:lpwstr>2026-10-27T14:37:50Z</vt:lpwstr>
  </property>
  <property fmtid="{D5CDD505-2E9C-101B-9397-08002B2CF9AE}" pid="4" name="MSIP_Label_2c76c141-ac86-40e5-abf2-c6f60e474cee_Method">
    <vt:lpwstr>Standard</vt:lpwstr>
  </property>
  <property fmtid="{D5CDD505-2E9C-101B-9397-08002B2CF9AE}" pid="5" name="MSIP_Label_2c76c141-ac86-40e5-abf2-c6f60e474cee_Name">
    <vt:lpwstr>2c76c141-ac86-40e5-abf2-c6f60e474cee</vt:lpwstr>
  </property>
  <property fmtid="{D5CDD505-2E9C-101B-9397-08002B2CF9AE}" pid="6" name="MSIP_Label_2c76c141-ac86-40e5-abf2-c6f60e474cee_SiteId">
    <vt:lpwstr>fcb2b37b-5da0-466b-9b83-0014b67a7c78</vt:lpwstr>
  </property>
  <property fmtid="{D5CDD505-2E9C-101B-9397-08002B2CF9AE}" pid="7" name="MSIP_Label_2c76c141-ac86-40e5-abf2-c6f60e474cee_ActionId">
    <vt:lpwstr>7e58aa73-7a3a-42f7-8135-f8ee99152278</vt:lpwstr>
  </property>
  <property fmtid="{D5CDD505-2E9C-101B-9397-08002B2CF9AE}" pid="8" name="MSIP_Label_2c76c141-ac86-40e5-abf2-c6f60e474cee_ContentBits">
    <vt:lpwstr>2</vt:lpwstr>
  </property>
  <property fmtid="{D5CDD505-2E9C-101B-9397-08002B2CF9AE}" pid="9" name="MSIP_Label_2c76c141-ac86-40e5-abf2-c6f60e474cee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RESTRICTED</vt:lpwstr>
  </property>
</Properties>
</file>